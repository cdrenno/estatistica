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380" r:id="rId2"/>
    <p:sldId id="398" r:id="rId3"/>
    <p:sldId id="402" r:id="rId4"/>
    <p:sldId id="403" r:id="rId5"/>
    <p:sldId id="409" r:id="rId6"/>
    <p:sldId id="410" r:id="rId7"/>
    <p:sldId id="411" r:id="rId8"/>
    <p:sldId id="414" r:id="rId9"/>
    <p:sldId id="415" r:id="rId10"/>
  </p:sldIdLst>
  <p:sldSz cx="9144000" cy="6858000" type="screen4x3"/>
  <p:notesSz cx="6858000" cy="9144000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EAEA"/>
    <a:srgbClr val="000000"/>
    <a:srgbClr val="FFFF00"/>
    <a:srgbClr val="DDDDDD"/>
    <a:srgbClr val="C0C0C0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5EE35EB-5CBF-4CAF-BD0F-5A56D160CB67}" v="1" dt="2026-05-18T17:16:51.8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>
      <p:cViewPr varScale="1">
        <p:scale>
          <a:sx n="70" d="100"/>
          <a:sy n="70" d="100"/>
        </p:scale>
        <p:origin x="1482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_rels/viewProps.xml.rels><?xml version="1.0" encoding="UTF-8" standalone="yes"?>
<Relationships xmlns="http://schemas.openxmlformats.org/package/2006/relationships"><Relationship Id="rId2" Type="http://schemas.openxmlformats.org/officeDocument/2006/relationships/slide" Target="slides/slide6.xml"/><Relationship Id="rId1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Daleles Rennó" userId="eac9aab033b2f962" providerId="LiveId" clId="{2F84B5F6-56BC-4922-A3EF-887C69771227}"/>
    <pc:docChg chg="custSel modSld">
      <pc:chgData name="Camilo Daleles Rennó" userId="eac9aab033b2f962" providerId="LiveId" clId="{2F84B5F6-56BC-4922-A3EF-887C69771227}" dt="2026-05-18T17:16:51.809" v="1"/>
      <pc:docMkLst>
        <pc:docMk/>
      </pc:docMkLst>
      <pc:sldChg chg="addSp delSp modSp mod">
        <pc:chgData name="Camilo Daleles Rennó" userId="eac9aab033b2f962" providerId="LiveId" clId="{2F84B5F6-56BC-4922-A3EF-887C69771227}" dt="2026-05-18T17:16:51.809" v="1"/>
        <pc:sldMkLst>
          <pc:docMk/>
          <pc:sldMk cId="0" sldId="380"/>
        </pc:sldMkLst>
        <pc:spChg chg="del">
          <ac:chgData name="Camilo Daleles Rennó" userId="eac9aab033b2f962" providerId="LiveId" clId="{2F84B5F6-56BC-4922-A3EF-887C69771227}" dt="2026-05-18T17:16:11.050" v="0" actId="478"/>
          <ac:spMkLst>
            <pc:docMk/>
            <pc:sldMk cId="0" sldId="380"/>
            <ac:spMk id="2" creationId="{FD6F7D79-BD36-9214-30C1-166AAE5C5A52}"/>
          </ac:spMkLst>
        </pc:spChg>
        <pc:spChg chg="add mod">
          <ac:chgData name="Camilo Daleles Rennó" userId="eac9aab033b2f962" providerId="LiveId" clId="{2F84B5F6-56BC-4922-A3EF-887C69771227}" dt="2026-05-18T17:16:51.809" v="1"/>
          <ac:spMkLst>
            <pc:docMk/>
            <pc:sldMk cId="0" sldId="380"/>
            <ac:spMk id="3" creationId="{A80134CF-D599-6DE6-A599-6D65220D7D5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369C507B-ED65-475A-A227-99EB1A629AA0}" type="datetimeFigureOut">
              <a:rPr lang="pt-BR" smtClean="0"/>
              <a:pPr>
                <a:defRPr/>
              </a:pPr>
              <a:t>18/05/2026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noProof="0"/>
              <a:t>Clique para editar 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130E5C5D-BF94-48CE-971C-6BB414E25ED0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4710180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2FBD48D-76D2-4AA8-B030-C3F72137226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245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53288" y="6421438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84131966-BAAE-4651-93F8-4C63D847CB6A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60284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959B99B-770D-4EBB-AF42-1D5E7A0E6631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047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B463495-7A37-42DE-A791-6C28C530D771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89516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054CFCF-C75D-4C64-99AE-2C5F9769211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6871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175F060-5DFA-4038-9DD2-31D56B7AE4A0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11405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B6B8F56-5634-4863-9276-A24D6B9D8302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32316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CBF12DF-97FD-4EB4-BCBB-B7601773178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2246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9703EC-42BF-4331-8A5F-5EB9B9DB43D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6717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5B5050A-1E8E-4C5B-8381-D815AC9B1951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0868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00913F6-2822-4102-B284-162A9815A7B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6912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A81128D7-EF29-4E62-802E-AE1A3A0A722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pt-BR" dirty="0">
              <a:latin typeface="Tahoma" panose="020B0604030504040204" pitchFamily="34" charset="0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.wmf"/><Relationship Id="rId18" Type="http://schemas.openxmlformats.org/officeDocument/2006/relationships/oleObject" Target="../embeddings/oleObject9.bin"/><Relationship Id="rId26" Type="http://schemas.openxmlformats.org/officeDocument/2006/relationships/oleObject" Target="../embeddings/oleObject13.bin"/><Relationship Id="rId21" Type="http://schemas.openxmlformats.org/officeDocument/2006/relationships/image" Target="../media/image10.wmf"/><Relationship Id="rId34" Type="http://schemas.openxmlformats.org/officeDocument/2006/relationships/oleObject" Target="../embeddings/oleObject17.bin"/><Relationship Id="rId7" Type="http://schemas.openxmlformats.org/officeDocument/2006/relationships/image" Target="../media/image3.wmf"/><Relationship Id="rId12" Type="http://schemas.openxmlformats.org/officeDocument/2006/relationships/oleObject" Target="../embeddings/oleObject6.bin"/><Relationship Id="rId17" Type="http://schemas.openxmlformats.org/officeDocument/2006/relationships/image" Target="../media/image8.wmf"/><Relationship Id="rId25" Type="http://schemas.openxmlformats.org/officeDocument/2006/relationships/image" Target="../media/image12.wmf"/><Relationship Id="rId33" Type="http://schemas.openxmlformats.org/officeDocument/2006/relationships/image" Target="../media/image16.wmf"/><Relationship Id="rId2" Type="http://schemas.openxmlformats.org/officeDocument/2006/relationships/oleObject" Target="../embeddings/oleObject1.bin"/><Relationship Id="rId16" Type="http://schemas.openxmlformats.org/officeDocument/2006/relationships/oleObject" Target="../embeddings/oleObject8.bin"/><Relationship Id="rId20" Type="http://schemas.openxmlformats.org/officeDocument/2006/relationships/oleObject" Target="../embeddings/oleObject10.bin"/><Relationship Id="rId29" Type="http://schemas.openxmlformats.org/officeDocument/2006/relationships/image" Target="../media/image14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.bin"/><Relationship Id="rId11" Type="http://schemas.openxmlformats.org/officeDocument/2006/relationships/image" Target="../media/image5.wmf"/><Relationship Id="rId24" Type="http://schemas.openxmlformats.org/officeDocument/2006/relationships/oleObject" Target="../embeddings/oleObject12.bin"/><Relationship Id="rId32" Type="http://schemas.openxmlformats.org/officeDocument/2006/relationships/oleObject" Target="../embeddings/oleObject16.bin"/><Relationship Id="rId37" Type="http://schemas.openxmlformats.org/officeDocument/2006/relationships/image" Target="../media/image18.wmf"/><Relationship Id="rId5" Type="http://schemas.openxmlformats.org/officeDocument/2006/relationships/image" Target="../media/image2.wmf"/><Relationship Id="rId15" Type="http://schemas.openxmlformats.org/officeDocument/2006/relationships/image" Target="../media/image7.wmf"/><Relationship Id="rId23" Type="http://schemas.openxmlformats.org/officeDocument/2006/relationships/image" Target="../media/image11.wmf"/><Relationship Id="rId28" Type="http://schemas.openxmlformats.org/officeDocument/2006/relationships/oleObject" Target="../embeddings/oleObject14.bin"/><Relationship Id="rId36" Type="http://schemas.openxmlformats.org/officeDocument/2006/relationships/oleObject" Target="../embeddings/oleObject18.bin"/><Relationship Id="rId10" Type="http://schemas.openxmlformats.org/officeDocument/2006/relationships/oleObject" Target="../embeddings/oleObject5.bin"/><Relationship Id="rId19" Type="http://schemas.openxmlformats.org/officeDocument/2006/relationships/image" Target="../media/image9.wmf"/><Relationship Id="rId31" Type="http://schemas.openxmlformats.org/officeDocument/2006/relationships/image" Target="../media/image15.wmf"/><Relationship Id="rId4" Type="http://schemas.openxmlformats.org/officeDocument/2006/relationships/oleObject" Target="../embeddings/oleObject2.bin"/><Relationship Id="rId9" Type="http://schemas.openxmlformats.org/officeDocument/2006/relationships/oleObject" Target="../embeddings/oleObject4.bin"/><Relationship Id="rId14" Type="http://schemas.openxmlformats.org/officeDocument/2006/relationships/oleObject" Target="../embeddings/oleObject7.bin"/><Relationship Id="rId22" Type="http://schemas.openxmlformats.org/officeDocument/2006/relationships/oleObject" Target="../embeddings/oleObject11.bin"/><Relationship Id="rId27" Type="http://schemas.openxmlformats.org/officeDocument/2006/relationships/image" Target="../media/image13.wmf"/><Relationship Id="rId30" Type="http://schemas.openxmlformats.org/officeDocument/2006/relationships/oleObject" Target="../embeddings/oleObject15.bin"/><Relationship Id="rId35" Type="http://schemas.openxmlformats.org/officeDocument/2006/relationships/image" Target="../media/image17.wmf"/><Relationship Id="rId8" Type="http://schemas.openxmlformats.org/officeDocument/2006/relationships/image" Target="../media/image4.wmf"/><Relationship Id="rId3" Type="http://schemas.openxmlformats.org/officeDocument/2006/relationships/image" Target="../media/image1.wmf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.wmf"/><Relationship Id="rId18" Type="http://schemas.openxmlformats.org/officeDocument/2006/relationships/oleObject" Target="../embeddings/oleObject27.bin"/><Relationship Id="rId26" Type="http://schemas.openxmlformats.org/officeDocument/2006/relationships/image" Target="../media/image6.wmf"/><Relationship Id="rId3" Type="http://schemas.openxmlformats.org/officeDocument/2006/relationships/image" Target="../media/image19.wmf"/><Relationship Id="rId21" Type="http://schemas.openxmlformats.org/officeDocument/2006/relationships/oleObject" Target="../embeddings/oleObject28.bin"/><Relationship Id="rId34" Type="http://schemas.openxmlformats.org/officeDocument/2006/relationships/image" Target="../media/image25.wmf"/><Relationship Id="rId7" Type="http://schemas.openxmlformats.org/officeDocument/2006/relationships/image" Target="../media/image13.wmf"/><Relationship Id="rId12" Type="http://schemas.openxmlformats.org/officeDocument/2006/relationships/oleObject" Target="../embeddings/oleObject24.bin"/><Relationship Id="rId17" Type="http://schemas.openxmlformats.org/officeDocument/2006/relationships/image" Target="../media/image20.wmf"/><Relationship Id="rId25" Type="http://schemas.openxmlformats.org/officeDocument/2006/relationships/oleObject" Target="../embeddings/oleObject30.bin"/><Relationship Id="rId33" Type="http://schemas.openxmlformats.org/officeDocument/2006/relationships/oleObject" Target="../embeddings/oleObject34.bin"/><Relationship Id="rId2" Type="http://schemas.openxmlformats.org/officeDocument/2006/relationships/oleObject" Target="../embeddings/oleObject19.bin"/><Relationship Id="rId16" Type="http://schemas.openxmlformats.org/officeDocument/2006/relationships/oleObject" Target="../embeddings/oleObject26.bin"/><Relationship Id="rId20" Type="http://schemas.openxmlformats.org/officeDocument/2006/relationships/image" Target="../media/image4.wmf"/><Relationship Id="rId29" Type="http://schemas.openxmlformats.org/officeDocument/2006/relationships/oleObject" Target="../embeddings/oleObject3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1.bin"/><Relationship Id="rId11" Type="http://schemas.openxmlformats.org/officeDocument/2006/relationships/image" Target="../media/image15.wmf"/><Relationship Id="rId24" Type="http://schemas.openxmlformats.org/officeDocument/2006/relationships/image" Target="../media/image5.wmf"/><Relationship Id="rId32" Type="http://schemas.openxmlformats.org/officeDocument/2006/relationships/image" Target="../media/image24.wmf"/><Relationship Id="rId5" Type="http://schemas.openxmlformats.org/officeDocument/2006/relationships/image" Target="../media/image11.wmf"/><Relationship Id="rId15" Type="http://schemas.openxmlformats.org/officeDocument/2006/relationships/image" Target="../media/image3.wmf"/><Relationship Id="rId23" Type="http://schemas.openxmlformats.org/officeDocument/2006/relationships/oleObject" Target="../embeddings/oleObject29.bin"/><Relationship Id="rId28" Type="http://schemas.openxmlformats.org/officeDocument/2006/relationships/image" Target="../media/image7.wmf"/><Relationship Id="rId36" Type="http://schemas.openxmlformats.org/officeDocument/2006/relationships/image" Target="../media/image26.wmf"/><Relationship Id="rId10" Type="http://schemas.openxmlformats.org/officeDocument/2006/relationships/oleObject" Target="../embeddings/oleObject23.bin"/><Relationship Id="rId19" Type="http://schemas.openxmlformats.org/officeDocument/2006/relationships/image" Target="../media/image21.wmf"/><Relationship Id="rId31" Type="http://schemas.openxmlformats.org/officeDocument/2006/relationships/oleObject" Target="../embeddings/oleObject33.bin"/><Relationship Id="rId4" Type="http://schemas.openxmlformats.org/officeDocument/2006/relationships/oleObject" Target="../embeddings/oleObject20.bin"/><Relationship Id="rId9" Type="http://schemas.openxmlformats.org/officeDocument/2006/relationships/image" Target="../media/image14.wmf"/><Relationship Id="rId14" Type="http://schemas.openxmlformats.org/officeDocument/2006/relationships/oleObject" Target="../embeddings/oleObject25.bin"/><Relationship Id="rId22" Type="http://schemas.openxmlformats.org/officeDocument/2006/relationships/image" Target="../media/image22.wmf"/><Relationship Id="rId27" Type="http://schemas.openxmlformats.org/officeDocument/2006/relationships/oleObject" Target="../embeddings/oleObject31.bin"/><Relationship Id="rId30" Type="http://schemas.openxmlformats.org/officeDocument/2006/relationships/image" Target="../media/image23.wmf"/><Relationship Id="rId35" Type="http://schemas.openxmlformats.org/officeDocument/2006/relationships/oleObject" Target="../embeddings/oleObject35.bin"/><Relationship Id="rId8" Type="http://schemas.openxmlformats.org/officeDocument/2006/relationships/oleObject" Target="../embeddings/oleObject22.bin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41.bin"/><Relationship Id="rId18" Type="http://schemas.openxmlformats.org/officeDocument/2006/relationships/image" Target="../media/image13.wmf"/><Relationship Id="rId26" Type="http://schemas.openxmlformats.org/officeDocument/2006/relationships/image" Target="../media/image3.wmf"/><Relationship Id="rId3" Type="http://schemas.openxmlformats.org/officeDocument/2006/relationships/oleObject" Target="../embeddings/oleObject36.bin"/><Relationship Id="rId21" Type="http://schemas.openxmlformats.org/officeDocument/2006/relationships/oleObject" Target="../embeddings/oleObject45.bin"/><Relationship Id="rId34" Type="http://schemas.openxmlformats.org/officeDocument/2006/relationships/image" Target="../media/image32.wmf"/><Relationship Id="rId7" Type="http://schemas.openxmlformats.org/officeDocument/2006/relationships/oleObject" Target="../embeddings/oleObject38.bin"/><Relationship Id="rId12" Type="http://schemas.openxmlformats.org/officeDocument/2006/relationships/image" Target="../media/image23.wmf"/><Relationship Id="rId17" Type="http://schemas.openxmlformats.org/officeDocument/2006/relationships/oleObject" Target="../embeddings/oleObject43.bin"/><Relationship Id="rId25" Type="http://schemas.openxmlformats.org/officeDocument/2006/relationships/oleObject" Target="../embeddings/oleObject47.bin"/><Relationship Id="rId33" Type="http://schemas.openxmlformats.org/officeDocument/2006/relationships/oleObject" Target="../embeddings/oleObject51.bin"/><Relationship Id="rId2" Type="http://schemas.openxmlformats.org/officeDocument/2006/relationships/image" Target="../media/image4.wmf"/><Relationship Id="rId16" Type="http://schemas.openxmlformats.org/officeDocument/2006/relationships/image" Target="../media/image11.wmf"/><Relationship Id="rId20" Type="http://schemas.openxmlformats.org/officeDocument/2006/relationships/image" Target="../media/image14.wmf"/><Relationship Id="rId29" Type="http://schemas.openxmlformats.org/officeDocument/2006/relationships/oleObject" Target="../embeddings/oleObject49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wmf"/><Relationship Id="rId11" Type="http://schemas.openxmlformats.org/officeDocument/2006/relationships/oleObject" Target="../embeddings/oleObject40.bin"/><Relationship Id="rId24" Type="http://schemas.openxmlformats.org/officeDocument/2006/relationships/image" Target="../media/image2.wmf"/><Relationship Id="rId32" Type="http://schemas.openxmlformats.org/officeDocument/2006/relationships/image" Target="../media/image31.wmf"/><Relationship Id="rId5" Type="http://schemas.openxmlformats.org/officeDocument/2006/relationships/oleObject" Target="../embeddings/oleObject37.bin"/><Relationship Id="rId15" Type="http://schemas.openxmlformats.org/officeDocument/2006/relationships/oleObject" Target="../embeddings/oleObject42.bin"/><Relationship Id="rId23" Type="http://schemas.openxmlformats.org/officeDocument/2006/relationships/oleObject" Target="../embeddings/oleObject46.bin"/><Relationship Id="rId28" Type="http://schemas.openxmlformats.org/officeDocument/2006/relationships/image" Target="../media/image29.wmf"/><Relationship Id="rId36" Type="http://schemas.openxmlformats.org/officeDocument/2006/relationships/image" Target="../media/image33.wmf"/><Relationship Id="rId10" Type="http://schemas.openxmlformats.org/officeDocument/2006/relationships/image" Target="../media/image7.wmf"/><Relationship Id="rId19" Type="http://schemas.openxmlformats.org/officeDocument/2006/relationships/oleObject" Target="../embeddings/oleObject44.bin"/><Relationship Id="rId31" Type="http://schemas.openxmlformats.org/officeDocument/2006/relationships/oleObject" Target="../embeddings/oleObject50.bin"/><Relationship Id="rId4" Type="http://schemas.openxmlformats.org/officeDocument/2006/relationships/image" Target="../media/image27.wmf"/><Relationship Id="rId9" Type="http://schemas.openxmlformats.org/officeDocument/2006/relationships/oleObject" Target="../embeddings/oleObject39.bin"/><Relationship Id="rId14" Type="http://schemas.openxmlformats.org/officeDocument/2006/relationships/image" Target="../media/image28.wmf"/><Relationship Id="rId22" Type="http://schemas.openxmlformats.org/officeDocument/2006/relationships/image" Target="../media/image15.wmf"/><Relationship Id="rId27" Type="http://schemas.openxmlformats.org/officeDocument/2006/relationships/oleObject" Target="../embeddings/oleObject48.bin"/><Relationship Id="rId30" Type="http://schemas.openxmlformats.org/officeDocument/2006/relationships/image" Target="../media/image30.wmf"/><Relationship Id="rId35" Type="http://schemas.openxmlformats.org/officeDocument/2006/relationships/oleObject" Target="../embeddings/oleObject52.bin"/><Relationship Id="rId8" Type="http://schemas.openxmlformats.org/officeDocument/2006/relationships/image" Target="../media/image6.wmf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3.wmf"/><Relationship Id="rId18" Type="http://schemas.openxmlformats.org/officeDocument/2006/relationships/oleObject" Target="../embeddings/oleObject61.bin"/><Relationship Id="rId26" Type="http://schemas.openxmlformats.org/officeDocument/2006/relationships/oleObject" Target="../embeddings/oleObject65.bin"/><Relationship Id="rId39" Type="http://schemas.openxmlformats.org/officeDocument/2006/relationships/image" Target="../media/image45.wmf"/><Relationship Id="rId21" Type="http://schemas.openxmlformats.org/officeDocument/2006/relationships/image" Target="../media/image6.wmf"/><Relationship Id="rId34" Type="http://schemas.openxmlformats.org/officeDocument/2006/relationships/oleObject" Target="../embeddings/oleObject69.bin"/><Relationship Id="rId42" Type="http://schemas.openxmlformats.org/officeDocument/2006/relationships/oleObject" Target="../embeddings/oleObject73.bin"/><Relationship Id="rId7" Type="http://schemas.openxmlformats.org/officeDocument/2006/relationships/image" Target="../media/image36.wmf"/><Relationship Id="rId2" Type="http://schemas.openxmlformats.org/officeDocument/2006/relationships/oleObject" Target="../embeddings/oleObject53.bin"/><Relationship Id="rId16" Type="http://schemas.openxmlformats.org/officeDocument/2006/relationships/oleObject" Target="../embeddings/oleObject60.bin"/><Relationship Id="rId29" Type="http://schemas.openxmlformats.org/officeDocument/2006/relationships/image" Target="../media/image7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55.bin"/><Relationship Id="rId11" Type="http://schemas.openxmlformats.org/officeDocument/2006/relationships/image" Target="../media/image11.wmf"/><Relationship Id="rId24" Type="http://schemas.openxmlformats.org/officeDocument/2006/relationships/oleObject" Target="../embeddings/oleObject64.bin"/><Relationship Id="rId32" Type="http://schemas.openxmlformats.org/officeDocument/2006/relationships/oleObject" Target="../embeddings/oleObject68.bin"/><Relationship Id="rId37" Type="http://schemas.openxmlformats.org/officeDocument/2006/relationships/image" Target="../media/image44.wmf"/><Relationship Id="rId40" Type="http://schemas.openxmlformats.org/officeDocument/2006/relationships/oleObject" Target="../embeddings/oleObject72.bin"/><Relationship Id="rId45" Type="http://schemas.openxmlformats.org/officeDocument/2006/relationships/image" Target="../media/image48.wmf"/><Relationship Id="rId5" Type="http://schemas.openxmlformats.org/officeDocument/2006/relationships/image" Target="../media/image35.wmf"/><Relationship Id="rId15" Type="http://schemas.openxmlformats.org/officeDocument/2006/relationships/image" Target="../media/image14.wmf"/><Relationship Id="rId23" Type="http://schemas.openxmlformats.org/officeDocument/2006/relationships/image" Target="../media/image38.wmf"/><Relationship Id="rId28" Type="http://schemas.openxmlformats.org/officeDocument/2006/relationships/oleObject" Target="../embeddings/oleObject66.bin"/><Relationship Id="rId36" Type="http://schemas.openxmlformats.org/officeDocument/2006/relationships/oleObject" Target="../embeddings/oleObject70.bin"/><Relationship Id="rId10" Type="http://schemas.openxmlformats.org/officeDocument/2006/relationships/oleObject" Target="../embeddings/oleObject57.bin"/><Relationship Id="rId19" Type="http://schemas.openxmlformats.org/officeDocument/2006/relationships/image" Target="../media/image5.wmf"/><Relationship Id="rId31" Type="http://schemas.openxmlformats.org/officeDocument/2006/relationships/image" Target="../media/image41.wmf"/><Relationship Id="rId44" Type="http://schemas.openxmlformats.org/officeDocument/2006/relationships/oleObject" Target="../embeddings/oleObject74.bin"/><Relationship Id="rId4" Type="http://schemas.openxmlformats.org/officeDocument/2006/relationships/oleObject" Target="../embeddings/oleObject54.bin"/><Relationship Id="rId9" Type="http://schemas.openxmlformats.org/officeDocument/2006/relationships/image" Target="../media/image37.wmf"/><Relationship Id="rId14" Type="http://schemas.openxmlformats.org/officeDocument/2006/relationships/oleObject" Target="../embeddings/oleObject59.bin"/><Relationship Id="rId22" Type="http://schemas.openxmlformats.org/officeDocument/2006/relationships/oleObject" Target="../embeddings/oleObject63.bin"/><Relationship Id="rId27" Type="http://schemas.openxmlformats.org/officeDocument/2006/relationships/image" Target="../media/image40.wmf"/><Relationship Id="rId30" Type="http://schemas.openxmlformats.org/officeDocument/2006/relationships/oleObject" Target="../embeddings/oleObject67.bin"/><Relationship Id="rId35" Type="http://schemas.openxmlformats.org/officeDocument/2006/relationships/image" Target="../media/image43.wmf"/><Relationship Id="rId43" Type="http://schemas.openxmlformats.org/officeDocument/2006/relationships/image" Target="../media/image47.wmf"/><Relationship Id="rId8" Type="http://schemas.openxmlformats.org/officeDocument/2006/relationships/oleObject" Target="../embeddings/oleObject56.bin"/><Relationship Id="rId3" Type="http://schemas.openxmlformats.org/officeDocument/2006/relationships/image" Target="../media/image34.wmf"/><Relationship Id="rId12" Type="http://schemas.openxmlformats.org/officeDocument/2006/relationships/oleObject" Target="../embeddings/oleObject58.bin"/><Relationship Id="rId17" Type="http://schemas.openxmlformats.org/officeDocument/2006/relationships/image" Target="../media/image15.wmf"/><Relationship Id="rId25" Type="http://schemas.openxmlformats.org/officeDocument/2006/relationships/image" Target="../media/image39.wmf"/><Relationship Id="rId33" Type="http://schemas.openxmlformats.org/officeDocument/2006/relationships/image" Target="../media/image42.wmf"/><Relationship Id="rId38" Type="http://schemas.openxmlformats.org/officeDocument/2006/relationships/oleObject" Target="../embeddings/oleObject71.bin"/><Relationship Id="rId20" Type="http://schemas.openxmlformats.org/officeDocument/2006/relationships/oleObject" Target="../embeddings/oleObject62.bin"/><Relationship Id="rId41" Type="http://schemas.openxmlformats.org/officeDocument/2006/relationships/image" Target="../media/image46.w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8.bin"/><Relationship Id="rId13" Type="http://schemas.openxmlformats.org/officeDocument/2006/relationships/image" Target="../media/image52.wmf"/><Relationship Id="rId18" Type="http://schemas.openxmlformats.org/officeDocument/2006/relationships/image" Target="../media/image39.wmf"/><Relationship Id="rId26" Type="http://schemas.openxmlformats.org/officeDocument/2006/relationships/image" Target="../media/image56.wmf"/><Relationship Id="rId3" Type="http://schemas.openxmlformats.org/officeDocument/2006/relationships/image" Target="../media/image49.wmf"/><Relationship Id="rId21" Type="http://schemas.openxmlformats.org/officeDocument/2006/relationships/oleObject" Target="../embeddings/oleObject85.bin"/><Relationship Id="rId7" Type="http://schemas.openxmlformats.org/officeDocument/2006/relationships/image" Target="../media/image43.wmf"/><Relationship Id="rId12" Type="http://schemas.openxmlformats.org/officeDocument/2006/relationships/oleObject" Target="../embeddings/oleObject80.bin"/><Relationship Id="rId17" Type="http://schemas.openxmlformats.org/officeDocument/2006/relationships/oleObject" Target="../embeddings/oleObject83.bin"/><Relationship Id="rId25" Type="http://schemas.openxmlformats.org/officeDocument/2006/relationships/oleObject" Target="../embeddings/oleObject87.bin"/><Relationship Id="rId2" Type="http://schemas.openxmlformats.org/officeDocument/2006/relationships/oleObject" Target="../embeddings/oleObject75.bin"/><Relationship Id="rId16" Type="http://schemas.openxmlformats.org/officeDocument/2006/relationships/image" Target="../media/image53.wmf"/><Relationship Id="rId20" Type="http://schemas.openxmlformats.org/officeDocument/2006/relationships/image" Target="../media/image40.wmf"/><Relationship Id="rId29" Type="http://schemas.openxmlformats.org/officeDocument/2006/relationships/oleObject" Target="../embeddings/oleObject89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7.bin"/><Relationship Id="rId11" Type="http://schemas.openxmlformats.org/officeDocument/2006/relationships/image" Target="../media/image51.wmf"/><Relationship Id="rId24" Type="http://schemas.openxmlformats.org/officeDocument/2006/relationships/image" Target="../media/image55.wmf"/><Relationship Id="rId5" Type="http://schemas.openxmlformats.org/officeDocument/2006/relationships/image" Target="../media/image42.wmf"/><Relationship Id="rId15" Type="http://schemas.openxmlformats.org/officeDocument/2006/relationships/oleObject" Target="../embeddings/oleObject82.bin"/><Relationship Id="rId23" Type="http://schemas.openxmlformats.org/officeDocument/2006/relationships/oleObject" Target="../embeddings/oleObject86.bin"/><Relationship Id="rId28" Type="http://schemas.openxmlformats.org/officeDocument/2006/relationships/image" Target="../media/image57.wmf"/><Relationship Id="rId10" Type="http://schemas.openxmlformats.org/officeDocument/2006/relationships/oleObject" Target="../embeddings/oleObject79.bin"/><Relationship Id="rId19" Type="http://schemas.openxmlformats.org/officeDocument/2006/relationships/oleObject" Target="../embeddings/oleObject84.bin"/><Relationship Id="rId4" Type="http://schemas.openxmlformats.org/officeDocument/2006/relationships/oleObject" Target="../embeddings/oleObject76.bin"/><Relationship Id="rId9" Type="http://schemas.openxmlformats.org/officeDocument/2006/relationships/image" Target="../media/image50.wmf"/><Relationship Id="rId14" Type="http://schemas.openxmlformats.org/officeDocument/2006/relationships/oleObject" Target="../embeddings/oleObject81.bin"/><Relationship Id="rId22" Type="http://schemas.openxmlformats.org/officeDocument/2006/relationships/image" Target="../media/image54.wmf"/><Relationship Id="rId27" Type="http://schemas.openxmlformats.org/officeDocument/2006/relationships/oleObject" Target="../embeddings/oleObject88.bin"/><Relationship Id="rId30" Type="http://schemas.openxmlformats.org/officeDocument/2006/relationships/image" Target="../media/image58.wm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3.bin"/><Relationship Id="rId13" Type="http://schemas.openxmlformats.org/officeDocument/2006/relationships/oleObject" Target="../embeddings/oleObject95.bin"/><Relationship Id="rId18" Type="http://schemas.openxmlformats.org/officeDocument/2006/relationships/image" Target="../media/image63.wmf"/><Relationship Id="rId3" Type="http://schemas.openxmlformats.org/officeDocument/2006/relationships/image" Target="../media/image49.wmf"/><Relationship Id="rId7" Type="http://schemas.openxmlformats.org/officeDocument/2006/relationships/image" Target="../media/image43.wmf"/><Relationship Id="rId12" Type="http://schemas.openxmlformats.org/officeDocument/2006/relationships/image" Target="../media/image4.wmf"/><Relationship Id="rId17" Type="http://schemas.openxmlformats.org/officeDocument/2006/relationships/oleObject" Target="../embeddings/oleObject97.bin"/><Relationship Id="rId2" Type="http://schemas.openxmlformats.org/officeDocument/2006/relationships/oleObject" Target="../embeddings/oleObject90.bin"/><Relationship Id="rId16" Type="http://schemas.openxmlformats.org/officeDocument/2006/relationships/image" Target="../media/image62.wmf"/><Relationship Id="rId20" Type="http://schemas.openxmlformats.org/officeDocument/2006/relationships/image" Target="../media/image64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92.bin"/><Relationship Id="rId11" Type="http://schemas.openxmlformats.org/officeDocument/2006/relationships/image" Target="../media/image60.wmf"/><Relationship Id="rId5" Type="http://schemas.openxmlformats.org/officeDocument/2006/relationships/image" Target="../media/image42.wmf"/><Relationship Id="rId15" Type="http://schemas.openxmlformats.org/officeDocument/2006/relationships/oleObject" Target="../embeddings/oleObject96.bin"/><Relationship Id="rId10" Type="http://schemas.openxmlformats.org/officeDocument/2006/relationships/oleObject" Target="../embeddings/oleObject94.bin"/><Relationship Id="rId19" Type="http://schemas.openxmlformats.org/officeDocument/2006/relationships/oleObject" Target="../embeddings/oleObject98.bin"/><Relationship Id="rId4" Type="http://schemas.openxmlformats.org/officeDocument/2006/relationships/oleObject" Target="../embeddings/oleObject91.bin"/><Relationship Id="rId9" Type="http://schemas.openxmlformats.org/officeDocument/2006/relationships/image" Target="../media/image59.wmf"/><Relationship Id="rId14" Type="http://schemas.openxmlformats.org/officeDocument/2006/relationships/image" Target="../media/image61.w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wmf"/><Relationship Id="rId13" Type="http://schemas.openxmlformats.org/officeDocument/2006/relationships/oleObject" Target="../embeddings/oleObject104.bin"/><Relationship Id="rId18" Type="http://schemas.openxmlformats.org/officeDocument/2006/relationships/image" Target="../media/image69.wmf"/><Relationship Id="rId26" Type="http://schemas.openxmlformats.org/officeDocument/2006/relationships/image" Target="../media/image73.wmf"/><Relationship Id="rId3" Type="http://schemas.openxmlformats.org/officeDocument/2006/relationships/image" Target="../media/image65.wmf"/><Relationship Id="rId21" Type="http://schemas.openxmlformats.org/officeDocument/2006/relationships/oleObject" Target="../embeddings/oleObject108.bin"/><Relationship Id="rId7" Type="http://schemas.openxmlformats.org/officeDocument/2006/relationships/image" Target="../media/image67.wmf"/><Relationship Id="rId12" Type="http://schemas.openxmlformats.org/officeDocument/2006/relationships/image" Target="../media/image5.wmf"/><Relationship Id="rId17" Type="http://schemas.openxmlformats.org/officeDocument/2006/relationships/oleObject" Target="../embeddings/oleObject106.bin"/><Relationship Id="rId25" Type="http://schemas.openxmlformats.org/officeDocument/2006/relationships/oleObject" Target="../embeddings/oleObject110.bin"/><Relationship Id="rId2" Type="http://schemas.openxmlformats.org/officeDocument/2006/relationships/oleObject" Target="../embeddings/oleObject99.bin"/><Relationship Id="rId16" Type="http://schemas.openxmlformats.org/officeDocument/2006/relationships/image" Target="../media/image7.wmf"/><Relationship Id="rId20" Type="http://schemas.openxmlformats.org/officeDocument/2006/relationships/image" Target="../media/image70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1.bin"/><Relationship Id="rId11" Type="http://schemas.openxmlformats.org/officeDocument/2006/relationships/oleObject" Target="../embeddings/oleObject103.bin"/><Relationship Id="rId24" Type="http://schemas.openxmlformats.org/officeDocument/2006/relationships/image" Target="../media/image72.wmf"/><Relationship Id="rId5" Type="http://schemas.openxmlformats.org/officeDocument/2006/relationships/image" Target="../media/image66.wmf"/><Relationship Id="rId15" Type="http://schemas.openxmlformats.org/officeDocument/2006/relationships/oleObject" Target="../embeddings/oleObject105.bin"/><Relationship Id="rId23" Type="http://schemas.openxmlformats.org/officeDocument/2006/relationships/oleObject" Target="../embeddings/oleObject109.bin"/><Relationship Id="rId10" Type="http://schemas.openxmlformats.org/officeDocument/2006/relationships/image" Target="../media/image68.wmf"/><Relationship Id="rId19" Type="http://schemas.openxmlformats.org/officeDocument/2006/relationships/oleObject" Target="../embeddings/oleObject107.bin"/><Relationship Id="rId4" Type="http://schemas.openxmlformats.org/officeDocument/2006/relationships/oleObject" Target="../embeddings/oleObject100.bin"/><Relationship Id="rId9" Type="http://schemas.openxmlformats.org/officeDocument/2006/relationships/oleObject" Target="../embeddings/oleObject102.bin"/><Relationship Id="rId14" Type="http://schemas.openxmlformats.org/officeDocument/2006/relationships/image" Target="../media/image6.wmf"/><Relationship Id="rId22" Type="http://schemas.openxmlformats.org/officeDocument/2006/relationships/image" Target="../media/image71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4.bin"/><Relationship Id="rId13" Type="http://schemas.openxmlformats.org/officeDocument/2006/relationships/oleObject" Target="../embeddings/oleObject117.bin"/><Relationship Id="rId18" Type="http://schemas.openxmlformats.org/officeDocument/2006/relationships/oleObject" Target="../embeddings/oleObject120.bin"/><Relationship Id="rId26" Type="http://schemas.openxmlformats.org/officeDocument/2006/relationships/image" Target="../media/image83.wmf"/><Relationship Id="rId3" Type="http://schemas.openxmlformats.org/officeDocument/2006/relationships/image" Target="../media/image74.wmf"/><Relationship Id="rId21" Type="http://schemas.openxmlformats.org/officeDocument/2006/relationships/image" Target="../media/image81.wmf"/><Relationship Id="rId7" Type="http://schemas.openxmlformats.org/officeDocument/2006/relationships/image" Target="../media/image76.wmf"/><Relationship Id="rId12" Type="http://schemas.openxmlformats.org/officeDocument/2006/relationships/oleObject" Target="../embeddings/oleObject116.bin"/><Relationship Id="rId17" Type="http://schemas.openxmlformats.org/officeDocument/2006/relationships/image" Target="../media/image80.wmf"/><Relationship Id="rId25" Type="http://schemas.openxmlformats.org/officeDocument/2006/relationships/oleObject" Target="../embeddings/oleObject125.bin"/><Relationship Id="rId2" Type="http://schemas.openxmlformats.org/officeDocument/2006/relationships/oleObject" Target="../embeddings/oleObject111.bin"/><Relationship Id="rId16" Type="http://schemas.openxmlformats.org/officeDocument/2006/relationships/oleObject" Target="../embeddings/oleObject119.bin"/><Relationship Id="rId20" Type="http://schemas.openxmlformats.org/officeDocument/2006/relationships/oleObject" Target="../embeddings/oleObject122.bin"/><Relationship Id="rId29" Type="http://schemas.openxmlformats.org/officeDocument/2006/relationships/oleObject" Target="../embeddings/oleObject12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13.bin"/><Relationship Id="rId11" Type="http://schemas.openxmlformats.org/officeDocument/2006/relationships/image" Target="../media/image78.wmf"/><Relationship Id="rId24" Type="http://schemas.openxmlformats.org/officeDocument/2006/relationships/image" Target="../media/image82.wmf"/><Relationship Id="rId5" Type="http://schemas.openxmlformats.org/officeDocument/2006/relationships/image" Target="../media/image75.wmf"/><Relationship Id="rId15" Type="http://schemas.openxmlformats.org/officeDocument/2006/relationships/image" Target="../media/image79.wmf"/><Relationship Id="rId23" Type="http://schemas.openxmlformats.org/officeDocument/2006/relationships/oleObject" Target="../embeddings/oleObject124.bin"/><Relationship Id="rId28" Type="http://schemas.openxmlformats.org/officeDocument/2006/relationships/oleObject" Target="../embeddings/oleObject127.bin"/><Relationship Id="rId10" Type="http://schemas.openxmlformats.org/officeDocument/2006/relationships/oleObject" Target="../embeddings/oleObject115.bin"/><Relationship Id="rId19" Type="http://schemas.openxmlformats.org/officeDocument/2006/relationships/oleObject" Target="../embeddings/oleObject121.bin"/><Relationship Id="rId4" Type="http://schemas.openxmlformats.org/officeDocument/2006/relationships/oleObject" Target="../embeddings/oleObject112.bin"/><Relationship Id="rId9" Type="http://schemas.openxmlformats.org/officeDocument/2006/relationships/image" Target="../media/image77.wmf"/><Relationship Id="rId14" Type="http://schemas.openxmlformats.org/officeDocument/2006/relationships/oleObject" Target="../embeddings/oleObject118.bin"/><Relationship Id="rId22" Type="http://schemas.openxmlformats.org/officeDocument/2006/relationships/oleObject" Target="../embeddings/oleObject123.bin"/><Relationship Id="rId27" Type="http://schemas.openxmlformats.org/officeDocument/2006/relationships/oleObject" Target="../embeddings/oleObject126.bin"/><Relationship Id="rId30" Type="http://schemas.openxmlformats.org/officeDocument/2006/relationships/image" Target="../media/image84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895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Estatística: Aplicação ao Sensoriamento Remoto</a:t>
            </a:r>
            <a:br>
              <a:rPr lang="pt-BR" sz="2400" dirty="0"/>
            </a:br>
            <a:br>
              <a:rPr lang="pt-BR" sz="2400" dirty="0"/>
            </a:br>
            <a:r>
              <a:rPr lang="pt-BR" sz="2400"/>
              <a:t>SER 204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Intervalo de Confiança</a:t>
            </a:r>
            <a:br>
              <a:rPr lang="pt-BR" sz="2400" dirty="0"/>
            </a:br>
            <a:r>
              <a:rPr lang="pt-BR" sz="2400" dirty="0"/>
              <a:t>(Extra)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A80134CF-D599-6DE6-A599-6D65220D7D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1920" y="5903913"/>
            <a:ext cx="506348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</a:rPr>
              <a:t>https://cdrenno.github.io/Estatistica/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15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Intervalo de Confiança para </a:t>
            </a:r>
            <a:r>
              <a:rPr lang="pt-BR" i="1">
                <a:sym typeface="Symbol" pitchFamily="18" charset="2"/>
              </a:rPr>
              <a:t></a:t>
            </a:r>
            <a:r>
              <a:rPr lang="pt-BR" baseline="-25000">
                <a:latin typeface="Times New Roman" pitchFamily="18" charset="0"/>
                <a:sym typeface="Symbol" pitchFamily="18" charset="2"/>
              </a:rPr>
              <a:t>1</a:t>
            </a:r>
            <a:r>
              <a:rPr lang="pt-BR">
                <a:latin typeface="Times New Roman" pitchFamily="18" charset="0"/>
                <a:sym typeface="Symbol" pitchFamily="18" charset="2"/>
              </a:rPr>
              <a:t> -</a:t>
            </a:r>
            <a:r>
              <a:rPr lang="pt-BR" i="1">
                <a:sym typeface="Symbol" pitchFamily="18" charset="2"/>
              </a:rPr>
              <a:t> </a:t>
            </a:r>
            <a:r>
              <a:rPr lang="pt-BR" baseline="-25000">
                <a:latin typeface="Times New Roman" pitchFamily="18" charset="0"/>
                <a:sym typeface="Symbol" pitchFamily="18" charset="2"/>
              </a:rPr>
              <a:t>2</a:t>
            </a:r>
          </a:p>
        </p:txBody>
      </p:sp>
      <p:graphicFrame>
        <p:nvGraphicFramePr>
          <p:cNvPr id="149516" name="Object 12"/>
          <p:cNvGraphicFramePr>
            <a:graphicFrameLocks noChangeAspect="1"/>
          </p:cNvGraphicFramePr>
          <p:nvPr/>
        </p:nvGraphicFramePr>
        <p:xfrm>
          <a:off x="793750" y="2198688"/>
          <a:ext cx="617538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31613" imgH="241195" progId="Equation.DSMT4">
                  <p:embed/>
                </p:oleObj>
              </mc:Choice>
              <mc:Fallback>
                <p:oleObj name="Equation" r:id="rId2" imgW="431613" imgH="241195" progId="Equation.DSMT4">
                  <p:embed/>
                  <p:pic>
                    <p:nvPicPr>
                      <p:cNvPr id="149516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3750" y="2198688"/>
                        <a:ext cx="617538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9517" name="Object 13"/>
          <p:cNvGraphicFramePr>
            <a:graphicFrameLocks noChangeAspect="1"/>
          </p:cNvGraphicFramePr>
          <p:nvPr/>
        </p:nvGraphicFramePr>
        <p:xfrm>
          <a:off x="796925" y="2957513"/>
          <a:ext cx="2251075" cy="993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574800" imgH="698500" progId="Equation.DSMT4">
                  <p:embed/>
                </p:oleObj>
              </mc:Choice>
              <mc:Fallback>
                <p:oleObj name="Equation" r:id="rId4" imgW="1574800" imgH="698500" progId="Equation.DSMT4">
                  <p:embed/>
                  <p:pic>
                    <p:nvPicPr>
                      <p:cNvPr id="149517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6925" y="2957513"/>
                        <a:ext cx="2251075" cy="993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9519" name="Object 15"/>
          <p:cNvGraphicFramePr>
            <a:graphicFrameLocks noChangeAspect="1"/>
          </p:cNvGraphicFramePr>
          <p:nvPr/>
        </p:nvGraphicFramePr>
        <p:xfrm>
          <a:off x="2898775" y="3127375"/>
          <a:ext cx="652463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57002" imgH="203112" progId="Equation.DSMT4">
                  <p:embed/>
                </p:oleObj>
              </mc:Choice>
              <mc:Fallback>
                <p:oleObj name="Equation" r:id="rId6" imgW="457002" imgH="203112" progId="Equation.DSMT4">
                  <p:embed/>
                  <p:pic>
                    <p:nvPicPr>
                      <p:cNvPr id="149519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8775" y="3127375"/>
                        <a:ext cx="652463" cy="2889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52"/>
          <p:cNvGrpSpPr>
            <a:grpSpLocks/>
          </p:cNvGrpSpPr>
          <p:nvPr/>
        </p:nvGrpSpPr>
        <p:grpSpPr bwMode="auto">
          <a:xfrm>
            <a:off x="4743450" y="2895600"/>
            <a:ext cx="4268788" cy="2879725"/>
            <a:chOff x="2988" y="1824"/>
            <a:chExt cx="2689" cy="1814"/>
          </a:xfrm>
        </p:grpSpPr>
        <p:grpSp>
          <p:nvGrpSpPr>
            <p:cNvPr id="4121" name="Group 2"/>
            <p:cNvGrpSpPr>
              <a:grpSpLocks/>
            </p:cNvGrpSpPr>
            <p:nvPr/>
          </p:nvGrpSpPr>
          <p:grpSpPr bwMode="auto">
            <a:xfrm>
              <a:off x="2988" y="1824"/>
              <a:ext cx="2520" cy="1665"/>
              <a:chOff x="2988" y="1824"/>
              <a:chExt cx="2520" cy="1665"/>
            </a:xfrm>
          </p:grpSpPr>
          <p:grpSp>
            <p:nvGrpSpPr>
              <p:cNvPr id="4133" name="Group 3"/>
              <p:cNvGrpSpPr>
                <a:grpSpLocks/>
              </p:cNvGrpSpPr>
              <p:nvPr/>
            </p:nvGrpSpPr>
            <p:grpSpPr bwMode="auto">
              <a:xfrm>
                <a:off x="2988" y="1872"/>
                <a:ext cx="2520" cy="1617"/>
                <a:chOff x="2988" y="1872"/>
                <a:chExt cx="2520" cy="1617"/>
              </a:xfrm>
            </p:grpSpPr>
            <p:pic>
              <p:nvPicPr>
                <p:cNvPr id="4136" name="Picture 4"/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026" y="1872"/>
                  <a:ext cx="2432" cy="13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4137" name="Text Box 5"/>
                <p:cNvSpPr txBox="1">
                  <a:spLocks noChangeArrowheads="1"/>
                </p:cNvSpPr>
                <p:nvPr/>
              </p:nvSpPr>
              <p:spPr bwMode="auto">
                <a:xfrm>
                  <a:off x="2988" y="3158"/>
                  <a:ext cx="283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-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4138" name="Text Box 6"/>
                <p:cNvSpPr txBox="1">
                  <a:spLocks noChangeArrowheads="1"/>
                </p:cNvSpPr>
                <p:nvPr/>
              </p:nvSpPr>
              <p:spPr bwMode="auto">
                <a:xfrm>
                  <a:off x="5188" y="3160"/>
                  <a:ext cx="320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+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4139" name="Text Box 7"/>
                <p:cNvSpPr txBox="1">
                  <a:spLocks noChangeArrowheads="1"/>
                </p:cNvSpPr>
                <p:nvPr/>
              </p:nvSpPr>
              <p:spPr bwMode="auto">
                <a:xfrm>
                  <a:off x="4158" y="3239"/>
                  <a:ext cx="19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4140" name="Line 8"/>
                <p:cNvSpPr>
                  <a:spLocks noChangeShapeType="1"/>
                </p:cNvSpPr>
                <p:nvPr/>
              </p:nvSpPr>
              <p:spPr bwMode="auto">
                <a:xfrm>
                  <a:off x="3024" y="3226"/>
                  <a:ext cx="244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4134" name="Line 9"/>
              <p:cNvSpPr>
                <a:spLocks noChangeShapeType="1"/>
              </p:cNvSpPr>
              <p:nvPr/>
            </p:nvSpPr>
            <p:spPr bwMode="auto">
              <a:xfrm flipH="1">
                <a:off x="4512" y="1968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4135" name="Object 10"/>
              <p:cNvGraphicFramePr>
                <a:graphicFrameLocks noChangeAspect="1"/>
              </p:cNvGraphicFramePr>
              <p:nvPr/>
            </p:nvGraphicFramePr>
            <p:xfrm>
              <a:off x="4656" y="1824"/>
              <a:ext cx="411" cy="18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457002" imgH="203112" progId="Equation.DSMT4">
                      <p:embed/>
                    </p:oleObj>
                  </mc:Choice>
                  <mc:Fallback>
                    <p:oleObj name="Equation" r:id="rId9" imgW="457002" imgH="203112" progId="Equation.DSMT4">
                      <p:embed/>
                      <p:pic>
                        <p:nvPicPr>
                          <p:cNvPr id="4135" name="Object 1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656" y="1824"/>
                            <a:ext cx="411" cy="182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4122" name="Freeform 17"/>
            <p:cNvSpPr>
              <a:spLocks/>
            </p:cNvSpPr>
            <p:nvPr/>
          </p:nvSpPr>
          <p:spPr bwMode="auto">
            <a:xfrm>
              <a:off x="3886" y="1916"/>
              <a:ext cx="746" cy="1306"/>
            </a:xfrm>
            <a:custGeom>
              <a:avLst/>
              <a:gdLst>
                <a:gd name="T0" fmla="*/ 0 w 440"/>
                <a:gd name="T1" fmla="*/ 9064207 h 771"/>
                <a:gd name="T2" fmla="*/ 498174 w 440"/>
                <a:gd name="T3" fmla="*/ 7884432 h 771"/>
                <a:gd name="T4" fmla="*/ 940352 w 440"/>
                <a:gd name="T5" fmla="*/ 6652962 h 771"/>
                <a:gd name="T6" fmla="*/ 1432033 w 440"/>
                <a:gd name="T7" fmla="*/ 5362512 h 771"/>
                <a:gd name="T8" fmla="*/ 2024162 w 440"/>
                <a:gd name="T9" fmla="*/ 4025055 h 771"/>
                <a:gd name="T10" fmla="*/ 2521355 w 440"/>
                <a:gd name="T11" fmla="*/ 2904552 h 771"/>
                <a:gd name="T12" fmla="*/ 3001631 w 440"/>
                <a:gd name="T13" fmla="*/ 1828000 h 771"/>
                <a:gd name="T14" fmla="*/ 3544387 w 440"/>
                <a:gd name="T15" fmla="*/ 987639 h 771"/>
                <a:gd name="T16" fmla="*/ 3990035 w 440"/>
                <a:gd name="T17" fmla="*/ 449610 h 771"/>
                <a:gd name="T18" fmla="*/ 4545687 w 440"/>
                <a:gd name="T19" fmla="*/ 65056 h 771"/>
                <a:gd name="T20" fmla="*/ 4907385 w 440"/>
                <a:gd name="T21" fmla="*/ 0 h 771"/>
                <a:gd name="T22" fmla="*/ 5361646 w 440"/>
                <a:gd name="T23" fmla="*/ 0 h 771"/>
                <a:gd name="T24" fmla="*/ 5725141 w 440"/>
                <a:gd name="T25" fmla="*/ 265428 h 771"/>
                <a:gd name="T26" fmla="*/ 6266492 w 440"/>
                <a:gd name="T27" fmla="*/ 761596 h 771"/>
                <a:gd name="T28" fmla="*/ 6884549 w 440"/>
                <a:gd name="T29" fmla="*/ 1613276 h 771"/>
                <a:gd name="T30" fmla="*/ 7354997 w 440"/>
                <a:gd name="T31" fmla="*/ 2739377 h 771"/>
                <a:gd name="T32" fmla="*/ 7863666 w 440"/>
                <a:gd name="T33" fmla="*/ 3858796 h 771"/>
                <a:gd name="T34" fmla="*/ 8520976 w 440"/>
                <a:gd name="T35" fmla="*/ 5429818 h 771"/>
                <a:gd name="T36" fmla="*/ 8994417 w 440"/>
                <a:gd name="T37" fmla="*/ 6652962 h 771"/>
                <a:gd name="T38" fmla="*/ 9539909 w 440"/>
                <a:gd name="T39" fmla="*/ 7767138 h 771"/>
                <a:gd name="T40" fmla="*/ 9808600 w 440"/>
                <a:gd name="T41" fmla="*/ 8532845 h 771"/>
                <a:gd name="T42" fmla="*/ 9999693 w 440"/>
                <a:gd name="T43" fmla="*/ 9017725 h 771"/>
                <a:gd name="T44" fmla="*/ 9999693 w 440"/>
                <a:gd name="T45" fmla="*/ 17214559 h 771"/>
                <a:gd name="T46" fmla="*/ 0 w 440"/>
                <a:gd name="T47" fmla="*/ 17214559 h 771"/>
                <a:gd name="T48" fmla="*/ 0 w 440"/>
                <a:gd name="T49" fmla="*/ 9064207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123" name="Text Box 18"/>
            <p:cNvSpPr txBox="1">
              <a:spLocks noChangeArrowheads="1"/>
            </p:cNvSpPr>
            <p:nvPr/>
          </p:nvSpPr>
          <p:spPr bwMode="auto">
            <a:xfrm>
              <a:off x="4529" y="3173"/>
              <a:ext cx="178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z</a:t>
              </a:r>
            </a:p>
          </p:txBody>
        </p:sp>
        <p:sp>
          <p:nvSpPr>
            <p:cNvPr id="4124" name="Text Box 19"/>
            <p:cNvSpPr txBox="1">
              <a:spLocks noChangeArrowheads="1"/>
            </p:cNvSpPr>
            <p:nvPr/>
          </p:nvSpPr>
          <p:spPr bwMode="auto">
            <a:xfrm>
              <a:off x="3756" y="3173"/>
              <a:ext cx="231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-z</a:t>
              </a:r>
            </a:p>
          </p:txBody>
        </p:sp>
        <p:grpSp>
          <p:nvGrpSpPr>
            <p:cNvPr id="4125" name="Group 21"/>
            <p:cNvGrpSpPr>
              <a:grpSpLocks/>
            </p:cNvGrpSpPr>
            <p:nvPr/>
          </p:nvGrpSpPr>
          <p:grpSpPr bwMode="auto">
            <a:xfrm>
              <a:off x="4800" y="2602"/>
              <a:ext cx="385" cy="470"/>
              <a:chOff x="4800" y="2602"/>
              <a:chExt cx="385" cy="470"/>
            </a:xfrm>
          </p:grpSpPr>
          <p:sp>
            <p:nvSpPr>
              <p:cNvPr id="4131" name="Line 22"/>
              <p:cNvSpPr>
                <a:spLocks noChangeShapeType="1"/>
              </p:cNvSpPr>
              <p:nvPr/>
            </p:nvSpPr>
            <p:spPr bwMode="auto">
              <a:xfrm flipV="1">
                <a:off x="4800" y="2832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4132" name="Object 23"/>
              <p:cNvGraphicFramePr>
                <a:graphicFrameLocks noChangeAspect="1"/>
              </p:cNvGraphicFramePr>
              <p:nvPr/>
            </p:nvGraphicFramePr>
            <p:xfrm>
              <a:off x="5025" y="2602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0" imgW="177646" imgH="393359" progId="Equation.DSMT4">
                      <p:embed/>
                    </p:oleObj>
                  </mc:Choice>
                  <mc:Fallback>
                    <p:oleObj name="Equation" r:id="rId10" imgW="177646" imgH="393359" progId="Equation.DSMT4">
                      <p:embed/>
                      <p:pic>
                        <p:nvPicPr>
                          <p:cNvPr id="4132" name="Object 2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1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025" y="2602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4126" name="Group 24"/>
            <p:cNvGrpSpPr>
              <a:grpSpLocks/>
            </p:cNvGrpSpPr>
            <p:nvPr/>
          </p:nvGrpSpPr>
          <p:grpSpPr bwMode="auto">
            <a:xfrm>
              <a:off x="3393" y="2592"/>
              <a:ext cx="351" cy="470"/>
              <a:chOff x="2769" y="2544"/>
              <a:chExt cx="351" cy="470"/>
            </a:xfrm>
          </p:grpSpPr>
          <p:sp>
            <p:nvSpPr>
              <p:cNvPr id="4129" name="Line 25"/>
              <p:cNvSpPr>
                <a:spLocks noChangeShapeType="1"/>
              </p:cNvSpPr>
              <p:nvPr/>
            </p:nvSpPr>
            <p:spPr bwMode="auto">
              <a:xfrm flipH="1" flipV="1">
                <a:off x="2928" y="2774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4130" name="Object 26"/>
              <p:cNvGraphicFramePr>
                <a:graphicFrameLocks noChangeAspect="1"/>
              </p:cNvGraphicFramePr>
              <p:nvPr/>
            </p:nvGraphicFramePr>
            <p:xfrm>
              <a:off x="2769" y="2544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2" imgW="177646" imgH="393359" progId="Equation.DSMT4">
                      <p:embed/>
                    </p:oleObj>
                  </mc:Choice>
                  <mc:Fallback>
                    <p:oleObj name="Equation" r:id="rId12" imgW="177646" imgH="393359" progId="Equation.DSMT4">
                      <p:embed/>
                      <p:pic>
                        <p:nvPicPr>
                          <p:cNvPr id="4130" name="Object 2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69" y="2544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4127" name="Object 27"/>
            <p:cNvGraphicFramePr>
              <a:graphicFrameLocks noChangeAspect="1"/>
            </p:cNvGraphicFramePr>
            <p:nvPr/>
          </p:nvGraphicFramePr>
          <p:xfrm>
            <a:off x="4111" y="2686"/>
            <a:ext cx="309" cy="1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342603" imgH="177646" progId="Equation.DSMT4">
                    <p:embed/>
                  </p:oleObj>
                </mc:Choice>
                <mc:Fallback>
                  <p:oleObj name="Equation" r:id="rId14" imgW="342603" imgH="177646" progId="Equation.DSMT4">
                    <p:embed/>
                    <p:pic>
                      <p:nvPicPr>
                        <p:cNvPr id="4127" name="Object 2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11" y="2686"/>
                          <a:ext cx="309" cy="15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128" name="Object 28"/>
            <p:cNvGraphicFramePr>
              <a:graphicFrameLocks noChangeAspect="1"/>
            </p:cNvGraphicFramePr>
            <p:nvPr/>
          </p:nvGraphicFramePr>
          <p:xfrm>
            <a:off x="4464" y="3456"/>
            <a:ext cx="1213" cy="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1346200" imgH="203200" progId="Equation.DSMT4">
                    <p:embed/>
                  </p:oleObj>
                </mc:Choice>
                <mc:Fallback>
                  <p:oleObj name="Equation" r:id="rId16" imgW="1346200" imgH="203200" progId="Equation.DSMT4">
                    <p:embed/>
                    <p:pic>
                      <p:nvPicPr>
                        <p:cNvPr id="4128" name="Object 2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464" y="3456"/>
                          <a:ext cx="1213" cy="18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49533" name="Object 29"/>
          <p:cNvGraphicFramePr>
            <a:graphicFrameLocks noChangeAspect="1"/>
          </p:cNvGraphicFramePr>
          <p:nvPr/>
        </p:nvGraphicFramePr>
        <p:xfrm>
          <a:off x="796925" y="4187825"/>
          <a:ext cx="3648075" cy="993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2552700" imgH="698500" progId="Equation.DSMT4">
                  <p:embed/>
                </p:oleObj>
              </mc:Choice>
              <mc:Fallback>
                <p:oleObj name="Equation" r:id="rId18" imgW="2552700" imgH="698500" progId="Equation.DSMT4">
                  <p:embed/>
                  <p:pic>
                    <p:nvPicPr>
                      <p:cNvPr id="149533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6925" y="4187825"/>
                        <a:ext cx="3648075" cy="993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9535" name="Object 31"/>
          <p:cNvGraphicFramePr>
            <a:graphicFrameLocks noChangeAspect="1"/>
          </p:cNvGraphicFramePr>
          <p:nvPr/>
        </p:nvGraphicFramePr>
        <p:xfrm>
          <a:off x="239713" y="5508625"/>
          <a:ext cx="5932487" cy="703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4152900" imgH="495300" progId="Equation.DSMT4">
                  <p:embed/>
                </p:oleObj>
              </mc:Choice>
              <mc:Fallback>
                <p:oleObj name="Equation" r:id="rId20" imgW="4152900" imgH="495300" progId="Equation.DSMT4">
                  <p:embed/>
                  <p:pic>
                    <p:nvPicPr>
                      <p:cNvPr id="149535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713" y="5508625"/>
                        <a:ext cx="5932487" cy="7032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536" name="Rectangle 32"/>
          <p:cNvSpPr>
            <a:spLocks noChangeArrowheads="1"/>
          </p:cNvSpPr>
          <p:nvPr/>
        </p:nvSpPr>
        <p:spPr bwMode="auto">
          <a:xfrm>
            <a:off x="228600" y="5486400"/>
            <a:ext cx="5943600" cy="762000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9537" name="Text Box 33"/>
          <p:cNvSpPr txBox="1">
            <a:spLocks noChangeArrowheads="1"/>
          </p:cNvSpPr>
          <p:nvPr/>
        </p:nvSpPr>
        <p:spPr bwMode="auto">
          <a:xfrm>
            <a:off x="2371725" y="6324600"/>
            <a:ext cx="16573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IC para </a:t>
            </a:r>
            <a:r>
              <a:rPr lang="pt-BR" altLang="pt-BR" sz="1800" i="1" dirty="0">
                <a:solidFill>
                  <a:srgbClr val="FF3300"/>
                </a:solidFill>
                <a:latin typeface="Symbol" pitchFamily="18" charset="2"/>
              </a:rPr>
              <a:t>m</a:t>
            </a:r>
            <a:r>
              <a:rPr lang="pt-BR" altLang="pt-BR" sz="1800" baseline="-25000" dirty="0">
                <a:solidFill>
                  <a:srgbClr val="FF3300"/>
                </a:solidFill>
                <a:latin typeface="Times New Roman" charset="0"/>
              </a:rPr>
              <a:t>1</a:t>
            </a:r>
            <a:r>
              <a:rPr lang="pt-BR" altLang="pt-BR" sz="1800" i="1" dirty="0">
                <a:solidFill>
                  <a:srgbClr val="FF3300"/>
                </a:solidFill>
                <a:latin typeface="Times New Roman" charset="0"/>
              </a:rPr>
              <a:t> - </a:t>
            </a:r>
            <a:r>
              <a:rPr lang="pt-BR" altLang="pt-BR" sz="1800" i="1" dirty="0">
                <a:solidFill>
                  <a:srgbClr val="FF3300"/>
                </a:solidFill>
                <a:latin typeface="Symbol" pitchFamily="18" charset="2"/>
              </a:rPr>
              <a:t>m</a:t>
            </a:r>
            <a:r>
              <a:rPr lang="pt-BR" altLang="pt-BR" sz="1800" baseline="-25000" dirty="0">
                <a:solidFill>
                  <a:srgbClr val="FF3300"/>
                </a:solidFill>
                <a:latin typeface="Times New Roman" charset="0"/>
              </a:rPr>
              <a:t>2</a:t>
            </a:r>
          </a:p>
        </p:txBody>
      </p:sp>
      <p:graphicFrame>
        <p:nvGraphicFramePr>
          <p:cNvPr id="4107" name="Object 36"/>
          <p:cNvGraphicFramePr>
            <a:graphicFrameLocks noChangeAspect="1"/>
          </p:cNvGraphicFramePr>
          <p:nvPr/>
        </p:nvGraphicFramePr>
        <p:xfrm>
          <a:off x="793750" y="1511300"/>
          <a:ext cx="1377950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965200" imgH="241300" progId="Equation.DSMT4">
                  <p:embed/>
                </p:oleObj>
              </mc:Choice>
              <mc:Fallback>
                <p:oleObj name="Equation" r:id="rId22" imgW="965200" imgH="241300" progId="Equation.DSMT4">
                  <p:embed/>
                  <p:pic>
                    <p:nvPicPr>
                      <p:cNvPr id="4107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3750" y="1511300"/>
                        <a:ext cx="1377950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9542" name="Object 38"/>
          <p:cNvGraphicFramePr>
            <a:graphicFrameLocks noChangeAspect="1"/>
          </p:cNvGraphicFramePr>
          <p:nvPr/>
        </p:nvGraphicFramePr>
        <p:xfrm>
          <a:off x="793750" y="2058988"/>
          <a:ext cx="1414463" cy="6524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990600" imgH="457200" progId="Equation.DSMT4">
                  <p:embed/>
                </p:oleObj>
              </mc:Choice>
              <mc:Fallback>
                <p:oleObj name="Equation" r:id="rId24" imgW="990600" imgH="457200" progId="Equation.DSMT4">
                  <p:embed/>
                  <p:pic>
                    <p:nvPicPr>
                      <p:cNvPr id="149542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3750" y="2058988"/>
                        <a:ext cx="1414463" cy="6524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50"/>
          <p:cNvGrpSpPr>
            <a:grpSpLocks/>
          </p:cNvGrpSpPr>
          <p:nvPr/>
        </p:nvGrpSpPr>
        <p:grpSpPr bwMode="auto">
          <a:xfrm>
            <a:off x="457200" y="2732088"/>
            <a:ext cx="2362200" cy="1285875"/>
            <a:chOff x="288" y="1632"/>
            <a:chExt cx="1488" cy="810"/>
          </a:xfrm>
        </p:grpSpPr>
        <p:sp>
          <p:nvSpPr>
            <p:cNvPr id="4119" name="Oval 40"/>
            <p:cNvSpPr>
              <a:spLocks noChangeArrowheads="1"/>
            </p:cNvSpPr>
            <p:nvPr/>
          </p:nvSpPr>
          <p:spPr bwMode="auto">
            <a:xfrm>
              <a:off x="452" y="1632"/>
              <a:ext cx="1324" cy="784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20" name="Text Box 41"/>
            <p:cNvSpPr txBox="1">
              <a:spLocks noChangeArrowheads="1"/>
            </p:cNvSpPr>
            <p:nvPr/>
          </p:nvSpPr>
          <p:spPr bwMode="auto">
            <a:xfrm>
              <a:off x="288" y="2230"/>
              <a:ext cx="18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solidFill>
                    <a:srgbClr val="FF3300"/>
                  </a:solidFill>
                  <a:latin typeface="Times New Roman" charset="0"/>
                </a:rPr>
                <a:t>Z</a:t>
              </a:r>
            </a:p>
          </p:txBody>
        </p:sp>
      </p:grpSp>
      <p:graphicFrame>
        <p:nvGraphicFramePr>
          <p:cNvPr id="4110" name="Object 42"/>
          <p:cNvGraphicFramePr>
            <a:graphicFrameLocks noChangeAspect="1"/>
          </p:cNvGraphicFramePr>
          <p:nvPr/>
        </p:nvGraphicFramePr>
        <p:xfrm>
          <a:off x="2411413" y="1511300"/>
          <a:ext cx="143192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1002865" imgH="241195" progId="Equation.DSMT4">
                  <p:embed/>
                </p:oleObj>
              </mc:Choice>
              <mc:Fallback>
                <p:oleObj name="Equation" r:id="rId26" imgW="1002865" imgH="241195" progId="Equation.DSMT4">
                  <p:embed/>
                  <p:pic>
                    <p:nvPicPr>
                      <p:cNvPr id="4110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11413" y="1511300"/>
                        <a:ext cx="1431925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111" name="Group 46"/>
          <p:cNvGrpSpPr>
            <a:grpSpLocks/>
          </p:cNvGrpSpPr>
          <p:nvPr/>
        </p:nvGrpSpPr>
        <p:grpSpPr bwMode="auto">
          <a:xfrm>
            <a:off x="4119563" y="1501775"/>
            <a:ext cx="3525837" cy="352425"/>
            <a:chOff x="2595" y="946"/>
            <a:chExt cx="2221" cy="222"/>
          </a:xfrm>
        </p:grpSpPr>
        <p:sp>
          <p:nvSpPr>
            <p:cNvPr id="4116" name="Text Box 37"/>
            <p:cNvSpPr txBox="1">
              <a:spLocks noChangeArrowheads="1"/>
            </p:cNvSpPr>
            <p:nvPr/>
          </p:nvSpPr>
          <p:spPr bwMode="auto">
            <a:xfrm>
              <a:off x="2705" y="946"/>
              <a:ext cx="2111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desconhecidas, mas  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conhecidas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117" name="Object 44"/>
            <p:cNvGraphicFramePr>
              <a:graphicFrameLocks noChangeAspect="1"/>
            </p:cNvGraphicFramePr>
            <p:nvPr/>
          </p:nvGraphicFramePr>
          <p:xfrm>
            <a:off x="2595" y="960"/>
            <a:ext cx="149" cy="2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8" imgW="165028" imgH="228501" progId="Equation.DSMT4">
                    <p:embed/>
                  </p:oleObj>
                </mc:Choice>
                <mc:Fallback>
                  <p:oleObj name="Equation" r:id="rId28" imgW="165028" imgH="228501" progId="Equation.DSMT4">
                    <p:embed/>
                    <p:pic>
                      <p:nvPicPr>
                        <p:cNvPr id="4117" name="Object 4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95" y="960"/>
                          <a:ext cx="149" cy="20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118" name="Object 45"/>
            <p:cNvGraphicFramePr>
              <a:graphicFrameLocks noChangeAspect="1"/>
            </p:cNvGraphicFramePr>
            <p:nvPr/>
          </p:nvGraphicFramePr>
          <p:xfrm>
            <a:off x="3942" y="952"/>
            <a:ext cx="183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0" imgW="203112" imgH="241195" progId="Equation.DSMT4">
                    <p:embed/>
                  </p:oleObj>
                </mc:Choice>
                <mc:Fallback>
                  <p:oleObj name="Equation" r:id="rId30" imgW="203112" imgH="241195" progId="Equation.DSMT4">
                    <p:embed/>
                    <p:pic>
                      <p:nvPicPr>
                        <p:cNvPr id="4118" name="Object 4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42" y="952"/>
                          <a:ext cx="183" cy="21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49551" name="Object 47"/>
          <p:cNvGraphicFramePr>
            <a:graphicFrameLocks noChangeAspect="1"/>
          </p:cNvGraphicFramePr>
          <p:nvPr/>
        </p:nvGraphicFramePr>
        <p:xfrm>
          <a:off x="2411413" y="2057400"/>
          <a:ext cx="1468437" cy="6524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1028700" imgH="457200" progId="Equation.DSMT4">
                  <p:embed/>
                </p:oleObj>
              </mc:Choice>
              <mc:Fallback>
                <p:oleObj name="Equation" r:id="rId32" imgW="1028700" imgH="457200" progId="Equation.DSMT4">
                  <p:embed/>
                  <p:pic>
                    <p:nvPicPr>
                      <p:cNvPr id="149551" name="Object 4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11413" y="2057400"/>
                        <a:ext cx="1468437" cy="6524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9552" name="Object 48"/>
          <p:cNvGraphicFramePr>
            <a:graphicFrameLocks noChangeAspect="1"/>
          </p:cNvGraphicFramePr>
          <p:nvPr/>
        </p:nvGraphicFramePr>
        <p:xfrm>
          <a:off x="4114800" y="2211388"/>
          <a:ext cx="1089025" cy="344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4" imgW="761669" imgH="241195" progId="Equation.DSMT4">
                  <p:embed/>
                </p:oleObj>
              </mc:Choice>
              <mc:Fallback>
                <p:oleObj name="Equation" r:id="rId34" imgW="761669" imgH="241195" progId="Equation.DSMT4">
                  <p:embed/>
                  <p:pic>
                    <p:nvPicPr>
                      <p:cNvPr id="149552" name="Object 4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0" y="2211388"/>
                        <a:ext cx="1089025" cy="3444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9553" name="Object 49"/>
          <p:cNvGraphicFramePr>
            <a:graphicFrameLocks noChangeAspect="1"/>
          </p:cNvGraphicFramePr>
          <p:nvPr/>
        </p:nvGraphicFramePr>
        <p:xfrm>
          <a:off x="4114800" y="2063750"/>
          <a:ext cx="277653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6" imgW="1943100" imgH="457200" progId="Equation.DSMT4">
                  <p:embed/>
                </p:oleObj>
              </mc:Choice>
              <mc:Fallback>
                <p:oleObj name="Equation" r:id="rId36" imgW="1943100" imgH="457200" progId="Equation.DSMT4">
                  <p:embed/>
                  <p:pic>
                    <p:nvPicPr>
                      <p:cNvPr id="149553" name="Object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0" y="2063750"/>
                        <a:ext cx="277653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B313076-08FD-49EF-9C16-2EA4C405417B}" type="slidenum">
              <a:rPr lang="pt-BR"/>
              <a:pPr>
                <a:defRPr/>
              </a:pPr>
              <a:t>2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9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9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9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9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9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9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9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9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9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9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9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9536" grpId="0" animBg="1"/>
      <p:bldP spid="149537" grpId="0" autoUpdateAnimBg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Intervalo de Confiança para </a:t>
            </a:r>
            <a:r>
              <a:rPr lang="pt-BR" i="1">
                <a:sym typeface="Symbol" pitchFamily="18" charset="2"/>
              </a:rPr>
              <a:t></a:t>
            </a:r>
            <a:r>
              <a:rPr lang="pt-BR" baseline="-25000">
                <a:latin typeface="Times New Roman" pitchFamily="18" charset="0"/>
                <a:sym typeface="Symbol" pitchFamily="18" charset="2"/>
              </a:rPr>
              <a:t>1</a:t>
            </a:r>
            <a:r>
              <a:rPr lang="pt-BR">
                <a:latin typeface="Times New Roman" pitchFamily="18" charset="0"/>
                <a:sym typeface="Symbol" pitchFamily="18" charset="2"/>
              </a:rPr>
              <a:t> -</a:t>
            </a:r>
            <a:r>
              <a:rPr lang="pt-BR" i="1">
                <a:sym typeface="Symbol" pitchFamily="18" charset="2"/>
              </a:rPr>
              <a:t> </a:t>
            </a:r>
            <a:r>
              <a:rPr lang="pt-BR" baseline="-25000">
                <a:latin typeface="Times New Roman" pitchFamily="18" charset="0"/>
                <a:sym typeface="Symbol" pitchFamily="18" charset="2"/>
              </a:rPr>
              <a:t>2</a:t>
            </a:r>
          </a:p>
        </p:txBody>
      </p:sp>
      <p:graphicFrame>
        <p:nvGraphicFramePr>
          <p:cNvPr id="8195" name="Object 3"/>
          <p:cNvGraphicFramePr>
            <a:graphicFrameLocks noChangeAspect="1"/>
          </p:cNvGraphicFramePr>
          <p:nvPr/>
        </p:nvGraphicFramePr>
        <p:xfrm>
          <a:off x="614363" y="3276600"/>
          <a:ext cx="3652837" cy="992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552700" imgH="698500" progId="Equation.DSMT4">
                  <p:embed/>
                </p:oleObj>
              </mc:Choice>
              <mc:Fallback>
                <p:oleObj name="Equation" r:id="rId2" imgW="2552700" imgH="698500" progId="Equation.DSMT4">
                  <p:embed/>
                  <p:pic>
                    <p:nvPicPr>
                      <p:cNvPr id="8195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363" y="3276600"/>
                        <a:ext cx="3652837" cy="992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6" name="Object 4"/>
          <p:cNvGraphicFramePr>
            <a:graphicFrameLocks noChangeAspect="1"/>
          </p:cNvGraphicFramePr>
          <p:nvPr/>
        </p:nvGraphicFramePr>
        <p:xfrm>
          <a:off x="793750" y="1511300"/>
          <a:ext cx="1377950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65200" imgH="241300" progId="Equation.DSMT4">
                  <p:embed/>
                </p:oleObj>
              </mc:Choice>
              <mc:Fallback>
                <p:oleObj name="Equation" r:id="rId4" imgW="965200" imgH="241300" progId="Equation.DSMT4">
                  <p:embed/>
                  <p:pic>
                    <p:nvPicPr>
                      <p:cNvPr id="819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3750" y="1511300"/>
                        <a:ext cx="1377950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7" name="Object 5"/>
          <p:cNvGraphicFramePr>
            <a:graphicFrameLocks noChangeAspect="1"/>
          </p:cNvGraphicFramePr>
          <p:nvPr/>
        </p:nvGraphicFramePr>
        <p:xfrm>
          <a:off x="2411413" y="1511300"/>
          <a:ext cx="143192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02865" imgH="241195" progId="Equation.DSMT4">
                  <p:embed/>
                </p:oleObj>
              </mc:Choice>
              <mc:Fallback>
                <p:oleObj name="Equation" r:id="rId6" imgW="1002865" imgH="241195" progId="Equation.DSMT4">
                  <p:embed/>
                  <p:pic>
                    <p:nvPicPr>
                      <p:cNvPr id="819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11413" y="1511300"/>
                        <a:ext cx="1431925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198" name="Group 6"/>
          <p:cNvGrpSpPr>
            <a:grpSpLocks/>
          </p:cNvGrpSpPr>
          <p:nvPr/>
        </p:nvGrpSpPr>
        <p:grpSpPr bwMode="auto">
          <a:xfrm>
            <a:off x="4119563" y="1501775"/>
            <a:ext cx="2130425" cy="346075"/>
            <a:chOff x="2595" y="946"/>
            <a:chExt cx="1342" cy="218"/>
          </a:xfrm>
        </p:grpSpPr>
        <p:sp>
          <p:nvSpPr>
            <p:cNvPr id="8232" name="Text Box 7"/>
            <p:cNvSpPr txBox="1">
              <a:spLocks noChangeArrowheads="1"/>
            </p:cNvSpPr>
            <p:nvPr/>
          </p:nvSpPr>
          <p:spPr bwMode="auto">
            <a:xfrm>
              <a:off x="2705" y="946"/>
              <a:ext cx="123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e     desconhecidas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8233" name="Object 8"/>
            <p:cNvGraphicFramePr>
              <a:graphicFrameLocks noChangeAspect="1"/>
            </p:cNvGraphicFramePr>
            <p:nvPr/>
          </p:nvGraphicFramePr>
          <p:xfrm>
            <a:off x="2595" y="960"/>
            <a:ext cx="149" cy="2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165028" imgH="228501" progId="Equation.DSMT4">
                    <p:embed/>
                  </p:oleObj>
                </mc:Choice>
                <mc:Fallback>
                  <p:oleObj name="Equation" r:id="rId8" imgW="165028" imgH="228501" progId="Equation.DSMT4">
                    <p:embed/>
                    <p:pic>
                      <p:nvPicPr>
                        <p:cNvPr id="8233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95" y="960"/>
                          <a:ext cx="149" cy="20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234" name="Object 9"/>
            <p:cNvGraphicFramePr>
              <a:graphicFrameLocks noChangeAspect="1"/>
            </p:cNvGraphicFramePr>
            <p:nvPr/>
          </p:nvGraphicFramePr>
          <p:xfrm>
            <a:off x="2847" y="947"/>
            <a:ext cx="183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203112" imgH="241195" progId="Equation.DSMT4">
                    <p:embed/>
                  </p:oleObj>
                </mc:Choice>
                <mc:Fallback>
                  <p:oleObj name="Equation" r:id="rId10" imgW="203112" imgH="241195" progId="Equation.DSMT4">
                    <p:embed/>
                    <p:pic>
                      <p:nvPicPr>
                        <p:cNvPr id="8234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47" y="947"/>
                          <a:ext cx="183" cy="21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8199" name="Group 10"/>
          <p:cNvGrpSpPr>
            <a:grpSpLocks/>
          </p:cNvGrpSpPr>
          <p:nvPr/>
        </p:nvGrpSpPr>
        <p:grpSpPr bwMode="auto">
          <a:xfrm>
            <a:off x="796925" y="2033588"/>
            <a:ext cx="5876925" cy="1014412"/>
            <a:chOff x="502" y="1281"/>
            <a:chExt cx="3702" cy="639"/>
          </a:xfrm>
        </p:grpSpPr>
        <p:graphicFrame>
          <p:nvGraphicFramePr>
            <p:cNvPr id="8228" name="Object 11"/>
            <p:cNvGraphicFramePr>
              <a:graphicFrameLocks noChangeAspect="1"/>
            </p:cNvGraphicFramePr>
            <p:nvPr/>
          </p:nvGraphicFramePr>
          <p:xfrm>
            <a:off x="502" y="1294"/>
            <a:ext cx="1418" cy="62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574800" imgH="698500" progId="Equation.DSMT4">
                    <p:embed/>
                  </p:oleObj>
                </mc:Choice>
                <mc:Fallback>
                  <p:oleObj name="Equation" r:id="rId12" imgW="1574800" imgH="698500" progId="Equation.DSMT4">
                    <p:embed/>
                    <p:pic>
                      <p:nvPicPr>
                        <p:cNvPr id="8228" name="Object 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02" y="1294"/>
                          <a:ext cx="1418" cy="62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229" name="Object 12"/>
            <p:cNvGraphicFramePr>
              <a:graphicFrameLocks noChangeAspect="1"/>
            </p:cNvGraphicFramePr>
            <p:nvPr/>
          </p:nvGraphicFramePr>
          <p:xfrm>
            <a:off x="1826" y="1401"/>
            <a:ext cx="411" cy="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457002" imgH="203112" progId="Equation.DSMT4">
                    <p:embed/>
                  </p:oleObj>
                </mc:Choice>
                <mc:Fallback>
                  <p:oleObj name="Equation" r:id="rId14" imgW="457002" imgH="203112" progId="Equation.DSMT4">
                    <p:embed/>
                    <p:pic>
                      <p:nvPicPr>
                        <p:cNvPr id="8229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826" y="1401"/>
                          <a:ext cx="411" cy="182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230" name="Object 13"/>
            <p:cNvGraphicFramePr>
              <a:graphicFrameLocks noChangeAspect="1"/>
            </p:cNvGraphicFramePr>
            <p:nvPr/>
          </p:nvGraphicFramePr>
          <p:xfrm>
            <a:off x="2470" y="1281"/>
            <a:ext cx="1418" cy="41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1574800" imgH="457200" progId="Equation.DSMT4">
                    <p:embed/>
                  </p:oleObj>
                </mc:Choice>
                <mc:Fallback>
                  <p:oleObj name="Equation" r:id="rId16" imgW="1574800" imgH="457200" progId="Equation.DSMT4">
                    <p:embed/>
                    <p:pic>
                      <p:nvPicPr>
                        <p:cNvPr id="8230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70" y="1281"/>
                          <a:ext cx="1418" cy="41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231" name="Object 14"/>
            <p:cNvGraphicFramePr>
              <a:graphicFrameLocks noChangeAspect="1"/>
            </p:cNvGraphicFramePr>
            <p:nvPr/>
          </p:nvGraphicFramePr>
          <p:xfrm>
            <a:off x="3781" y="1349"/>
            <a:ext cx="423" cy="2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469696" imgH="253890" progId="Equation.DSMT4">
                    <p:embed/>
                  </p:oleObj>
                </mc:Choice>
                <mc:Fallback>
                  <p:oleObj name="Equation" r:id="rId18" imgW="469696" imgH="253890" progId="Equation.DSMT4">
                    <p:embed/>
                    <p:pic>
                      <p:nvPicPr>
                        <p:cNvPr id="8231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81" y="1349"/>
                          <a:ext cx="423" cy="228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4" name="Group 52"/>
          <p:cNvGrpSpPr>
            <a:grpSpLocks/>
          </p:cNvGrpSpPr>
          <p:nvPr/>
        </p:nvGrpSpPr>
        <p:grpSpPr bwMode="auto">
          <a:xfrm>
            <a:off x="5105400" y="3048000"/>
            <a:ext cx="4000500" cy="3043238"/>
            <a:chOff x="3264" y="2105"/>
            <a:chExt cx="2520" cy="1917"/>
          </a:xfrm>
        </p:grpSpPr>
        <p:grpSp>
          <p:nvGrpSpPr>
            <p:cNvPr id="8208" name="Group 50"/>
            <p:cNvGrpSpPr>
              <a:grpSpLocks/>
            </p:cNvGrpSpPr>
            <p:nvPr/>
          </p:nvGrpSpPr>
          <p:grpSpPr bwMode="auto">
            <a:xfrm>
              <a:off x="3264" y="2105"/>
              <a:ext cx="2520" cy="1682"/>
              <a:chOff x="3264" y="2105"/>
              <a:chExt cx="2520" cy="1682"/>
            </a:xfrm>
          </p:grpSpPr>
          <p:grpSp>
            <p:nvGrpSpPr>
              <p:cNvPr id="8220" name="Group 24"/>
              <p:cNvGrpSpPr>
                <a:grpSpLocks/>
              </p:cNvGrpSpPr>
              <p:nvPr/>
            </p:nvGrpSpPr>
            <p:grpSpPr bwMode="auto">
              <a:xfrm>
                <a:off x="3264" y="2170"/>
                <a:ext cx="2520" cy="1617"/>
                <a:chOff x="2988" y="1872"/>
                <a:chExt cx="2520" cy="1617"/>
              </a:xfrm>
            </p:grpSpPr>
            <p:pic>
              <p:nvPicPr>
                <p:cNvPr id="8223" name="Picture 25"/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026" y="1872"/>
                  <a:ext cx="2432" cy="13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8224" name="Text Box 26"/>
                <p:cNvSpPr txBox="1">
                  <a:spLocks noChangeArrowheads="1"/>
                </p:cNvSpPr>
                <p:nvPr/>
              </p:nvSpPr>
              <p:spPr bwMode="auto">
                <a:xfrm>
                  <a:off x="2988" y="3158"/>
                  <a:ext cx="283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-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8225" name="Text Box 27"/>
                <p:cNvSpPr txBox="1">
                  <a:spLocks noChangeArrowheads="1"/>
                </p:cNvSpPr>
                <p:nvPr/>
              </p:nvSpPr>
              <p:spPr bwMode="auto">
                <a:xfrm>
                  <a:off x="5188" y="3160"/>
                  <a:ext cx="320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+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8226" name="Text Box 28"/>
                <p:cNvSpPr txBox="1">
                  <a:spLocks noChangeArrowheads="1"/>
                </p:cNvSpPr>
                <p:nvPr/>
              </p:nvSpPr>
              <p:spPr bwMode="auto">
                <a:xfrm>
                  <a:off x="4158" y="3239"/>
                  <a:ext cx="19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8227" name="Line 29"/>
                <p:cNvSpPr>
                  <a:spLocks noChangeShapeType="1"/>
                </p:cNvSpPr>
                <p:nvPr/>
              </p:nvSpPr>
              <p:spPr bwMode="auto">
                <a:xfrm>
                  <a:off x="3024" y="3226"/>
                  <a:ext cx="244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8221" name="Line 30"/>
              <p:cNvSpPr>
                <a:spLocks noChangeShapeType="1"/>
              </p:cNvSpPr>
              <p:nvPr/>
            </p:nvSpPr>
            <p:spPr bwMode="auto">
              <a:xfrm flipH="1">
                <a:off x="4788" y="2266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8222" name="Object 31"/>
              <p:cNvGraphicFramePr>
                <a:graphicFrameLocks noChangeAspect="1"/>
              </p:cNvGraphicFramePr>
              <p:nvPr/>
            </p:nvGraphicFramePr>
            <p:xfrm>
              <a:off x="4955" y="2105"/>
              <a:ext cx="365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1" imgW="406224" imgH="241195" progId="Equation.DSMT4">
                      <p:embed/>
                    </p:oleObj>
                  </mc:Choice>
                  <mc:Fallback>
                    <p:oleObj name="Equation" r:id="rId21" imgW="406224" imgH="241195" progId="Equation.DSMT4">
                      <p:embed/>
                      <p:pic>
                        <p:nvPicPr>
                          <p:cNvPr id="8222" name="Object 3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955" y="2105"/>
                            <a:ext cx="365" cy="216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8209" name="Freeform 32"/>
            <p:cNvSpPr>
              <a:spLocks/>
            </p:cNvSpPr>
            <p:nvPr/>
          </p:nvSpPr>
          <p:spPr bwMode="auto">
            <a:xfrm>
              <a:off x="4162" y="2214"/>
              <a:ext cx="746" cy="1306"/>
            </a:xfrm>
            <a:custGeom>
              <a:avLst/>
              <a:gdLst>
                <a:gd name="T0" fmla="*/ 0 w 440"/>
                <a:gd name="T1" fmla="*/ 9064207 h 771"/>
                <a:gd name="T2" fmla="*/ 498174 w 440"/>
                <a:gd name="T3" fmla="*/ 7884432 h 771"/>
                <a:gd name="T4" fmla="*/ 940352 w 440"/>
                <a:gd name="T5" fmla="*/ 6652962 h 771"/>
                <a:gd name="T6" fmla="*/ 1432033 w 440"/>
                <a:gd name="T7" fmla="*/ 5362512 h 771"/>
                <a:gd name="T8" fmla="*/ 2024162 w 440"/>
                <a:gd name="T9" fmla="*/ 4025055 h 771"/>
                <a:gd name="T10" fmla="*/ 2521355 w 440"/>
                <a:gd name="T11" fmla="*/ 2904552 h 771"/>
                <a:gd name="T12" fmla="*/ 3001631 w 440"/>
                <a:gd name="T13" fmla="*/ 1828000 h 771"/>
                <a:gd name="T14" fmla="*/ 3544387 w 440"/>
                <a:gd name="T15" fmla="*/ 987639 h 771"/>
                <a:gd name="T16" fmla="*/ 3990035 w 440"/>
                <a:gd name="T17" fmla="*/ 449610 h 771"/>
                <a:gd name="T18" fmla="*/ 4545687 w 440"/>
                <a:gd name="T19" fmla="*/ 65056 h 771"/>
                <a:gd name="T20" fmla="*/ 4907385 w 440"/>
                <a:gd name="T21" fmla="*/ 0 h 771"/>
                <a:gd name="T22" fmla="*/ 5361646 w 440"/>
                <a:gd name="T23" fmla="*/ 0 h 771"/>
                <a:gd name="T24" fmla="*/ 5725141 w 440"/>
                <a:gd name="T25" fmla="*/ 265428 h 771"/>
                <a:gd name="T26" fmla="*/ 6266492 w 440"/>
                <a:gd name="T27" fmla="*/ 761596 h 771"/>
                <a:gd name="T28" fmla="*/ 6884549 w 440"/>
                <a:gd name="T29" fmla="*/ 1613276 h 771"/>
                <a:gd name="T30" fmla="*/ 7354997 w 440"/>
                <a:gd name="T31" fmla="*/ 2739377 h 771"/>
                <a:gd name="T32" fmla="*/ 7863666 w 440"/>
                <a:gd name="T33" fmla="*/ 3858796 h 771"/>
                <a:gd name="T34" fmla="*/ 8520976 w 440"/>
                <a:gd name="T35" fmla="*/ 5429818 h 771"/>
                <a:gd name="T36" fmla="*/ 8994417 w 440"/>
                <a:gd name="T37" fmla="*/ 6652962 h 771"/>
                <a:gd name="T38" fmla="*/ 9539909 w 440"/>
                <a:gd name="T39" fmla="*/ 7767138 h 771"/>
                <a:gd name="T40" fmla="*/ 9808600 w 440"/>
                <a:gd name="T41" fmla="*/ 8532845 h 771"/>
                <a:gd name="T42" fmla="*/ 9999693 w 440"/>
                <a:gd name="T43" fmla="*/ 9017725 h 771"/>
                <a:gd name="T44" fmla="*/ 9999693 w 440"/>
                <a:gd name="T45" fmla="*/ 17214559 h 771"/>
                <a:gd name="T46" fmla="*/ 0 w 440"/>
                <a:gd name="T47" fmla="*/ 17214559 h 771"/>
                <a:gd name="T48" fmla="*/ 0 w 440"/>
                <a:gd name="T49" fmla="*/ 9064207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8210" name="Text Box 33"/>
            <p:cNvSpPr txBox="1">
              <a:spLocks noChangeArrowheads="1"/>
            </p:cNvSpPr>
            <p:nvPr/>
          </p:nvSpPr>
          <p:spPr bwMode="auto">
            <a:xfrm>
              <a:off x="4805" y="3471"/>
              <a:ext cx="16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t</a:t>
              </a:r>
            </a:p>
          </p:txBody>
        </p:sp>
        <p:sp>
          <p:nvSpPr>
            <p:cNvPr id="8211" name="Text Box 34"/>
            <p:cNvSpPr txBox="1">
              <a:spLocks noChangeArrowheads="1"/>
            </p:cNvSpPr>
            <p:nvPr/>
          </p:nvSpPr>
          <p:spPr bwMode="auto">
            <a:xfrm>
              <a:off x="4032" y="3471"/>
              <a:ext cx="213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-t</a:t>
              </a:r>
            </a:p>
          </p:txBody>
        </p:sp>
        <p:grpSp>
          <p:nvGrpSpPr>
            <p:cNvPr id="8212" name="Group 35"/>
            <p:cNvGrpSpPr>
              <a:grpSpLocks/>
            </p:cNvGrpSpPr>
            <p:nvPr/>
          </p:nvGrpSpPr>
          <p:grpSpPr bwMode="auto">
            <a:xfrm>
              <a:off x="5076" y="2900"/>
              <a:ext cx="385" cy="470"/>
              <a:chOff x="4800" y="2602"/>
              <a:chExt cx="385" cy="470"/>
            </a:xfrm>
          </p:grpSpPr>
          <p:sp>
            <p:nvSpPr>
              <p:cNvPr id="8218" name="Line 36"/>
              <p:cNvSpPr>
                <a:spLocks noChangeShapeType="1"/>
              </p:cNvSpPr>
              <p:nvPr/>
            </p:nvSpPr>
            <p:spPr bwMode="auto">
              <a:xfrm flipV="1">
                <a:off x="4800" y="2832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8219" name="Object 37"/>
              <p:cNvGraphicFramePr>
                <a:graphicFrameLocks noChangeAspect="1"/>
              </p:cNvGraphicFramePr>
              <p:nvPr/>
            </p:nvGraphicFramePr>
            <p:xfrm>
              <a:off x="5025" y="2602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3" imgW="177646" imgH="393359" progId="Equation.DSMT4">
                      <p:embed/>
                    </p:oleObj>
                  </mc:Choice>
                  <mc:Fallback>
                    <p:oleObj name="Equation" r:id="rId23" imgW="177646" imgH="393359" progId="Equation.DSMT4">
                      <p:embed/>
                      <p:pic>
                        <p:nvPicPr>
                          <p:cNvPr id="8219" name="Object 3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025" y="2602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8213" name="Group 38"/>
            <p:cNvGrpSpPr>
              <a:grpSpLocks/>
            </p:cNvGrpSpPr>
            <p:nvPr/>
          </p:nvGrpSpPr>
          <p:grpSpPr bwMode="auto">
            <a:xfrm>
              <a:off x="3669" y="2890"/>
              <a:ext cx="351" cy="470"/>
              <a:chOff x="2769" y="2544"/>
              <a:chExt cx="351" cy="470"/>
            </a:xfrm>
          </p:grpSpPr>
          <p:sp>
            <p:nvSpPr>
              <p:cNvPr id="8216" name="Line 39"/>
              <p:cNvSpPr>
                <a:spLocks noChangeShapeType="1"/>
              </p:cNvSpPr>
              <p:nvPr/>
            </p:nvSpPr>
            <p:spPr bwMode="auto">
              <a:xfrm flipH="1" flipV="1">
                <a:off x="2928" y="2774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8217" name="Object 40"/>
              <p:cNvGraphicFramePr>
                <a:graphicFrameLocks noChangeAspect="1"/>
              </p:cNvGraphicFramePr>
              <p:nvPr/>
            </p:nvGraphicFramePr>
            <p:xfrm>
              <a:off x="2769" y="2544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5" imgW="177646" imgH="393359" progId="Equation.DSMT4">
                      <p:embed/>
                    </p:oleObj>
                  </mc:Choice>
                  <mc:Fallback>
                    <p:oleObj name="Equation" r:id="rId25" imgW="177646" imgH="393359" progId="Equation.DSMT4">
                      <p:embed/>
                      <p:pic>
                        <p:nvPicPr>
                          <p:cNvPr id="8217" name="Object 4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69" y="2544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8214" name="Object 41"/>
            <p:cNvGraphicFramePr>
              <a:graphicFrameLocks noChangeAspect="1"/>
            </p:cNvGraphicFramePr>
            <p:nvPr/>
          </p:nvGraphicFramePr>
          <p:xfrm>
            <a:off x="4387" y="2984"/>
            <a:ext cx="309" cy="1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7" imgW="342603" imgH="177646" progId="Equation.DSMT4">
                    <p:embed/>
                  </p:oleObj>
                </mc:Choice>
                <mc:Fallback>
                  <p:oleObj name="Equation" r:id="rId27" imgW="342603" imgH="177646" progId="Equation.DSMT4">
                    <p:embed/>
                    <p:pic>
                      <p:nvPicPr>
                        <p:cNvPr id="8214" name="Object 4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87" y="2984"/>
                          <a:ext cx="309" cy="15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215" name="Object 42"/>
            <p:cNvGraphicFramePr>
              <a:graphicFrameLocks noChangeAspect="1"/>
            </p:cNvGraphicFramePr>
            <p:nvPr/>
          </p:nvGraphicFramePr>
          <p:xfrm>
            <a:off x="4487" y="3840"/>
            <a:ext cx="1167" cy="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9" imgW="1295400" imgH="203200" progId="Equation.DSMT4">
                    <p:embed/>
                  </p:oleObj>
                </mc:Choice>
                <mc:Fallback>
                  <p:oleObj name="Equation" r:id="rId29" imgW="1295400" imgH="203200" progId="Equation.DSMT4">
                    <p:embed/>
                    <p:pic>
                      <p:nvPicPr>
                        <p:cNvPr id="8215" name="Object 4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487" y="3840"/>
                          <a:ext cx="1167" cy="18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56715" name="Object 43"/>
          <p:cNvGraphicFramePr>
            <a:graphicFrameLocks noChangeAspect="1"/>
          </p:cNvGraphicFramePr>
          <p:nvPr/>
        </p:nvGraphicFramePr>
        <p:xfrm>
          <a:off x="625475" y="4419600"/>
          <a:ext cx="4556125" cy="993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1" imgW="3187700" imgH="698500" progId="Equation.DSMT4">
                  <p:embed/>
                </p:oleObj>
              </mc:Choice>
              <mc:Fallback>
                <p:oleObj name="Equation" r:id="rId31" imgW="3187700" imgH="698500" progId="Equation.DSMT4">
                  <p:embed/>
                  <p:pic>
                    <p:nvPicPr>
                      <p:cNvPr id="156715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5475" y="4419600"/>
                        <a:ext cx="4556125" cy="993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6716" name="Object 44"/>
          <p:cNvGraphicFramePr>
            <a:graphicFrameLocks noChangeAspect="1"/>
          </p:cNvGraphicFramePr>
          <p:nvPr/>
        </p:nvGraphicFramePr>
        <p:xfrm>
          <a:off x="304800" y="5583238"/>
          <a:ext cx="6022975" cy="703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3" imgW="4216400" imgH="495300" progId="Equation.DSMT4">
                  <p:embed/>
                </p:oleObj>
              </mc:Choice>
              <mc:Fallback>
                <p:oleObj name="Equation" r:id="rId33" imgW="4216400" imgH="495300" progId="Equation.DSMT4">
                  <p:embed/>
                  <p:pic>
                    <p:nvPicPr>
                      <p:cNvPr id="156716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4800" y="5583238"/>
                        <a:ext cx="6022975" cy="7032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6717" name="Rectangle 45"/>
          <p:cNvSpPr>
            <a:spLocks noChangeArrowheads="1"/>
          </p:cNvSpPr>
          <p:nvPr/>
        </p:nvSpPr>
        <p:spPr bwMode="auto">
          <a:xfrm>
            <a:off x="228600" y="5586413"/>
            <a:ext cx="6172200" cy="706437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9" name="Group 58"/>
          <p:cNvGrpSpPr>
            <a:grpSpLocks/>
          </p:cNvGrpSpPr>
          <p:nvPr/>
        </p:nvGrpSpPr>
        <p:grpSpPr bwMode="auto">
          <a:xfrm>
            <a:off x="1657350" y="6324600"/>
            <a:ext cx="5441950" cy="366713"/>
            <a:chOff x="1044" y="3984"/>
            <a:chExt cx="3428" cy="231"/>
          </a:xfrm>
        </p:grpSpPr>
        <p:sp>
          <p:nvSpPr>
            <p:cNvPr id="8206" name="Text Box 46"/>
            <p:cNvSpPr txBox="1">
              <a:spLocks noChangeArrowheads="1"/>
            </p:cNvSpPr>
            <p:nvPr/>
          </p:nvSpPr>
          <p:spPr bwMode="auto">
            <a:xfrm>
              <a:off x="1044" y="3984"/>
              <a:ext cx="34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dirty="0">
                  <a:solidFill>
                    <a:srgbClr val="FF3300"/>
                  </a:solidFill>
                  <a:latin typeface="Tahoma" panose="020B0604030504040204" pitchFamily="34" charset="0"/>
                </a:rPr>
                <a:t>IC para </a:t>
              </a:r>
              <a:r>
                <a:rPr lang="pt-BR" altLang="pt-BR" sz="1800" i="1" dirty="0">
                  <a:solidFill>
                    <a:srgbClr val="FF3300"/>
                  </a:solidFill>
                  <a:latin typeface="Symbol" pitchFamily="18" charset="2"/>
                </a:rPr>
                <a:t>m</a:t>
              </a:r>
              <a:r>
                <a:rPr lang="pt-BR" altLang="pt-BR" sz="1800" baseline="-25000" dirty="0">
                  <a:solidFill>
                    <a:srgbClr val="FF3300"/>
                  </a:solidFill>
                  <a:latin typeface="Times New Roman" charset="0"/>
                </a:rPr>
                <a:t>1</a:t>
              </a:r>
              <a:r>
                <a:rPr lang="pt-BR" altLang="pt-BR" sz="1800" i="1" dirty="0">
                  <a:solidFill>
                    <a:srgbClr val="FF3300"/>
                  </a:solidFill>
                  <a:latin typeface="Times New Roman" charset="0"/>
                </a:rPr>
                <a:t> - </a:t>
              </a:r>
              <a:r>
                <a:rPr lang="pt-BR" altLang="pt-BR" sz="1800" i="1" dirty="0">
                  <a:solidFill>
                    <a:srgbClr val="FF3300"/>
                  </a:solidFill>
                  <a:latin typeface="Symbol" pitchFamily="18" charset="2"/>
                </a:rPr>
                <a:t>m</a:t>
              </a:r>
              <a:r>
                <a:rPr lang="pt-BR" altLang="pt-BR" sz="1800" baseline="-25000" dirty="0">
                  <a:solidFill>
                    <a:srgbClr val="FF3300"/>
                  </a:solidFill>
                  <a:latin typeface="Times New Roman" charset="0"/>
                </a:rPr>
                <a:t>2</a:t>
              </a:r>
              <a:r>
                <a:rPr lang="pt-BR" altLang="pt-BR" sz="1800" dirty="0">
                  <a:solidFill>
                    <a:srgbClr val="FF3300"/>
                  </a:solidFill>
                  <a:latin typeface="Tahoma" panose="020B0604030504040204" pitchFamily="34" charset="0"/>
                </a:rPr>
                <a:t> (atenção:              </a:t>
              </a:r>
              <a:r>
                <a:rPr lang="pt-BR" altLang="pt-BR" sz="1800" i="1" dirty="0">
                  <a:solidFill>
                    <a:srgbClr val="FF3300"/>
                  </a:solidFill>
                  <a:latin typeface="Times New Roman" charset="0"/>
                </a:rPr>
                <a:t>t</a:t>
              </a:r>
              <a:r>
                <a:rPr lang="pt-BR" altLang="pt-BR" sz="1800" dirty="0">
                  <a:solidFill>
                    <a:srgbClr val="FF3300"/>
                  </a:solidFill>
                  <a:latin typeface="Tahoma" panose="020B0604030504040204" pitchFamily="34" charset="0"/>
                </a:rPr>
                <a:t> </a:t>
              </a:r>
              <a:r>
                <a:rPr lang="pt-BR" altLang="pt-BR" sz="1800" dirty="0" err="1">
                  <a:solidFill>
                    <a:srgbClr val="FF3300"/>
                  </a:solidFill>
                  <a:latin typeface="Tahoma" panose="020B0604030504040204" pitchFamily="34" charset="0"/>
                </a:rPr>
                <a:t>homocedástico</a:t>
              </a:r>
              <a:r>
                <a:rPr lang="pt-BR" altLang="pt-BR" sz="1800" dirty="0">
                  <a:solidFill>
                    <a:srgbClr val="FF3300"/>
                  </a:solidFill>
                  <a:latin typeface="Tahoma" panose="020B0604030504040204" pitchFamily="34" charset="0"/>
                </a:rPr>
                <a:t>)</a:t>
              </a:r>
            </a:p>
          </p:txBody>
        </p:sp>
        <p:graphicFrame>
          <p:nvGraphicFramePr>
            <p:cNvPr id="8207" name="Object 55"/>
            <p:cNvGraphicFramePr>
              <a:graphicFrameLocks noChangeAspect="1"/>
            </p:cNvGraphicFramePr>
            <p:nvPr/>
          </p:nvGraphicFramePr>
          <p:xfrm>
            <a:off x="2718" y="3996"/>
            <a:ext cx="480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5" imgW="533169" imgH="241195" progId="Equation.DSMT4">
                    <p:embed/>
                  </p:oleObj>
                </mc:Choice>
                <mc:Fallback>
                  <p:oleObj name="Equation" r:id="rId35" imgW="533169" imgH="241195" progId="Equation.DSMT4">
                    <p:embed/>
                    <p:pic>
                      <p:nvPicPr>
                        <p:cNvPr id="8207" name="Object 5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18" y="3996"/>
                          <a:ext cx="480" cy="21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A3D3B12-9D6E-4648-96C9-AABD88A09D9E}" type="slidenum">
              <a:rPr lang="pt-BR"/>
              <a:pPr>
                <a:defRPr/>
              </a:pPr>
              <a:t>3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6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6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6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671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4"/>
          <p:cNvGrpSpPr>
            <a:grpSpLocks/>
          </p:cNvGrpSpPr>
          <p:nvPr/>
        </p:nvGrpSpPr>
        <p:grpSpPr bwMode="auto">
          <a:xfrm>
            <a:off x="5105400" y="3048000"/>
            <a:ext cx="4000500" cy="3043238"/>
            <a:chOff x="3264" y="2105"/>
            <a:chExt cx="2520" cy="1917"/>
          </a:xfrm>
        </p:grpSpPr>
        <p:grpSp>
          <p:nvGrpSpPr>
            <p:cNvPr id="9242" name="Group 45"/>
            <p:cNvGrpSpPr>
              <a:grpSpLocks/>
            </p:cNvGrpSpPr>
            <p:nvPr/>
          </p:nvGrpSpPr>
          <p:grpSpPr bwMode="auto">
            <a:xfrm>
              <a:off x="3264" y="2105"/>
              <a:ext cx="2520" cy="1682"/>
              <a:chOff x="3264" y="2105"/>
              <a:chExt cx="2520" cy="1682"/>
            </a:xfrm>
          </p:grpSpPr>
          <p:grpSp>
            <p:nvGrpSpPr>
              <p:cNvPr id="9254" name="Group 46"/>
              <p:cNvGrpSpPr>
                <a:grpSpLocks/>
              </p:cNvGrpSpPr>
              <p:nvPr/>
            </p:nvGrpSpPr>
            <p:grpSpPr bwMode="auto">
              <a:xfrm>
                <a:off x="3264" y="2170"/>
                <a:ext cx="2520" cy="1617"/>
                <a:chOff x="2988" y="1872"/>
                <a:chExt cx="2520" cy="1617"/>
              </a:xfrm>
            </p:grpSpPr>
            <p:pic>
              <p:nvPicPr>
                <p:cNvPr id="9257" name="Picture 47"/>
                <p:cNvPicPr>
                  <a:picLocks noChangeAspect="1" noChangeArrowheads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026" y="1872"/>
                  <a:ext cx="2432" cy="13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9258" name="Text Box 48"/>
                <p:cNvSpPr txBox="1">
                  <a:spLocks noChangeArrowheads="1"/>
                </p:cNvSpPr>
                <p:nvPr/>
              </p:nvSpPr>
              <p:spPr bwMode="auto">
                <a:xfrm>
                  <a:off x="2988" y="3158"/>
                  <a:ext cx="283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-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9259" name="Text Box 49"/>
                <p:cNvSpPr txBox="1">
                  <a:spLocks noChangeArrowheads="1"/>
                </p:cNvSpPr>
                <p:nvPr/>
              </p:nvSpPr>
              <p:spPr bwMode="auto">
                <a:xfrm>
                  <a:off x="5188" y="3160"/>
                  <a:ext cx="320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+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9260" name="Text Box 50"/>
                <p:cNvSpPr txBox="1">
                  <a:spLocks noChangeArrowheads="1"/>
                </p:cNvSpPr>
                <p:nvPr/>
              </p:nvSpPr>
              <p:spPr bwMode="auto">
                <a:xfrm>
                  <a:off x="4158" y="3239"/>
                  <a:ext cx="19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9261" name="Line 51"/>
                <p:cNvSpPr>
                  <a:spLocks noChangeShapeType="1"/>
                </p:cNvSpPr>
                <p:nvPr/>
              </p:nvSpPr>
              <p:spPr bwMode="auto">
                <a:xfrm>
                  <a:off x="3024" y="3226"/>
                  <a:ext cx="244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9255" name="Line 52"/>
              <p:cNvSpPr>
                <a:spLocks noChangeShapeType="1"/>
              </p:cNvSpPr>
              <p:nvPr/>
            </p:nvSpPr>
            <p:spPr bwMode="auto">
              <a:xfrm flipH="1">
                <a:off x="4788" y="2266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9256" name="Object 53"/>
              <p:cNvGraphicFramePr>
                <a:graphicFrameLocks noChangeAspect="1"/>
              </p:cNvGraphicFramePr>
              <p:nvPr/>
            </p:nvGraphicFramePr>
            <p:xfrm>
              <a:off x="5069" y="2105"/>
              <a:ext cx="137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3" imgW="152334" imgH="241195" progId="Equation.DSMT4">
                      <p:embed/>
                    </p:oleObj>
                  </mc:Choice>
                  <mc:Fallback>
                    <p:oleObj name="Equation" r:id="rId3" imgW="152334" imgH="241195" progId="Equation.DSMT4">
                      <p:embed/>
                      <p:pic>
                        <p:nvPicPr>
                          <p:cNvPr id="9256" name="Object 5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069" y="2105"/>
                            <a:ext cx="137" cy="216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9243" name="Freeform 54"/>
            <p:cNvSpPr>
              <a:spLocks/>
            </p:cNvSpPr>
            <p:nvPr/>
          </p:nvSpPr>
          <p:spPr bwMode="auto">
            <a:xfrm>
              <a:off x="4162" y="2214"/>
              <a:ext cx="746" cy="1306"/>
            </a:xfrm>
            <a:custGeom>
              <a:avLst/>
              <a:gdLst>
                <a:gd name="T0" fmla="*/ 0 w 440"/>
                <a:gd name="T1" fmla="*/ 9064207 h 771"/>
                <a:gd name="T2" fmla="*/ 498174 w 440"/>
                <a:gd name="T3" fmla="*/ 7884432 h 771"/>
                <a:gd name="T4" fmla="*/ 940352 w 440"/>
                <a:gd name="T5" fmla="*/ 6652962 h 771"/>
                <a:gd name="T6" fmla="*/ 1432033 w 440"/>
                <a:gd name="T7" fmla="*/ 5362512 h 771"/>
                <a:gd name="T8" fmla="*/ 2024162 w 440"/>
                <a:gd name="T9" fmla="*/ 4025055 h 771"/>
                <a:gd name="T10" fmla="*/ 2521355 w 440"/>
                <a:gd name="T11" fmla="*/ 2904552 h 771"/>
                <a:gd name="T12" fmla="*/ 3001631 w 440"/>
                <a:gd name="T13" fmla="*/ 1828000 h 771"/>
                <a:gd name="T14" fmla="*/ 3544387 w 440"/>
                <a:gd name="T15" fmla="*/ 987639 h 771"/>
                <a:gd name="T16" fmla="*/ 3990035 w 440"/>
                <a:gd name="T17" fmla="*/ 449610 h 771"/>
                <a:gd name="T18" fmla="*/ 4545687 w 440"/>
                <a:gd name="T19" fmla="*/ 65056 h 771"/>
                <a:gd name="T20" fmla="*/ 4907385 w 440"/>
                <a:gd name="T21" fmla="*/ 0 h 771"/>
                <a:gd name="T22" fmla="*/ 5361646 w 440"/>
                <a:gd name="T23" fmla="*/ 0 h 771"/>
                <a:gd name="T24" fmla="*/ 5725141 w 440"/>
                <a:gd name="T25" fmla="*/ 265428 h 771"/>
                <a:gd name="T26" fmla="*/ 6266492 w 440"/>
                <a:gd name="T27" fmla="*/ 761596 h 771"/>
                <a:gd name="T28" fmla="*/ 6884549 w 440"/>
                <a:gd name="T29" fmla="*/ 1613276 h 771"/>
                <a:gd name="T30" fmla="*/ 7354997 w 440"/>
                <a:gd name="T31" fmla="*/ 2739377 h 771"/>
                <a:gd name="T32" fmla="*/ 7863666 w 440"/>
                <a:gd name="T33" fmla="*/ 3858796 h 771"/>
                <a:gd name="T34" fmla="*/ 8520976 w 440"/>
                <a:gd name="T35" fmla="*/ 5429818 h 771"/>
                <a:gd name="T36" fmla="*/ 8994417 w 440"/>
                <a:gd name="T37" fmla="*/ 6652962 h 771"/>
                <a:gd name="T38" fmla="*/ 9539909 w 440"/>
                <a:gd name="T39" fmla="*/ 7767138 h 771"/>
                <a:gd name="T40" fmla="*/ 9808600 w 440"/>
                <a:gd name="T41" fmla="*/ 8532845 h 771"/>
                <a:gd name="T42" fmla="*/ 9999693 w 440"/>
                <a:gd name="T43" fmla="*/ 9017725 h 771"/>
                <a:gd name="T44" fmla="*/ 9999693 w 440"/>
                <a:gd name="T45" fmla="*/ 17214559 h 771"/>
                <a:gd name="T46" fmla="*/ 0 w 440"/>
                <a:gd name="T47" fmla="*/ 17214559 h 771"/>
                <a:gd name="T48" fmla="*/ 0 w 440"/>
                <a:gd name="T49" fmla="*/ 9064207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9244" name="Text Box 55"/>
            <p:cNvSpPr txBox="1">
              <a:spLocks noChangeArrowheads="1"/>
            </p:cNvSpPr>
            <p:nvPr/>
          </p:nvSpPr>
          <p:spPr bwMode="auto">
            <a:xfrm>
              <a:off x="4805" y="3471"/>
              <a:ext cx="16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t</a:t>
              </a:r>
            </a:p>
          </p:txBody>
        </p:sp>
        <p:sp>
          <p:nvSpPr>
            <p:cNvPr id="9245" name="Text Box 56"/>
            <p:cNvSpPr txBox="1">
              <a:spLocks noChangeArrowheads="1"/>
            </p:cNvSpPr>
            <p:nvPr/>
          </p:nvSpPr>
          <p:spPr bwMode="auto">
            <a:xfrm>
              <a:off x="4032" y="3471"/>
              <a:ext cx="213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-t</a:t>
              </a:r>
            </a:p>
          </p:txBody>
        </p:sp>
        <p:grpSp>
          <p:nvGrpSpPr>
            <p:cNvPr id="9246" name="Group 57"/>
            <p:cNvGrpSpPr>
              <a:grpSpLocks/>
            </p:cNvGrpSpPr>
            <p:nvPr/>
          </p:nvGrpSpPr>
          <p:grpSpPr bwMode="auto">
            <a:xfrm>
              <a:off x="5076" y="2900"/>
              <a:ext cx="385" cy="470"/>
              <a:chOff x="4800" y="2602"/>
              <a:chExt cx="385" cy="470"/>
            </a:xfrm>
          </p:grpSpPr>
          <p:sp>
            <p:nvSpPr>
              <p:cNvPr id="9252" name="Line 58"/>
              <p:cNvSpPr>
                <a:spLocks noChangeShapeType="1"/>
              </p:cNvSpPr>
              <p:nvPr/>
            </p:nvSpPr>
            <p:spPr bwMode="auto">
              <a:xfrm flipV="1">
                <a:off x="4800" y="2832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9253" name="Object 59"/>
              <p:cNvGraphicFramePr>
                <a:graphicFrameLocks noChangeAspect="1"/>
              </p:cNvGraphicFramePr>
              <p:nvPr/>
            </p:nvGraphicFramePr>
            <p:xfrm>
              <a:off x="5025" y="2602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5" imgW="177646" imgH="393359" progId="Equation.DSMT4">
                      <p:embed/>
                    </p:oleObj>
                  </mc:Choice>
                  <mc:Fallback>
                    <p:oleObj name="Equation" r:id="rId5" imgW="177646" imgH="393359" progId="Equation.DSMT4">
                      <p:embed/>
                      <p:pic>
                        <p:nvPicPr>
                          <p:cNvPr id="9253" name="Object 5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025" y="2602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9247" name="Group 60"/>
            <p:cNvGrpSpPr>
              <a:grpSpLocks/>
            </p:cNvGrpSpPr>
            <p:nvPr/>
          </p:nvGrpSpPr>
          <p:grpSpPr bwMode="auto">
            <a:xfrm>
              <a:off x="3669" y="2890"/>
              <a:ext cx="351" cy="470"/>
              <a:chOff x="2769" y="2544"/>
              <a:chExt cx="351" cy="470"/>
            </a:xfrm>
          </p:grpSpPr>
          <p:sp>
            <p:nvSpPr>
              <p:cNvPr id="9250" name="Line 61"/>
              <p:cNvSpPr>
                <a:spLocks noChangeShapeType="1"/>
              </p:cNvSpPr>
              <p:nvPr/>
            </p:nvSpPr>
            <p:spPr bwMode="auto">
              <a:xfrm flipH="1" flipV="1">
                <a:off x="2928" y="2774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9251" name="Object 62"/>
              <p:cNvGraphicFramePr>
                <a:graphicFrameLocks noChangeAspect="1"/>
              </p:cNvGraphicFramePr>
              <p:nvPr/>
            </p:nvGraphicFramePr>
            <p:xfrm>
              <a:off x="2769" y="2544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7" imgW="177646" imgH="393359" progId="Equation.DSMT4">
                      <p:embed/>
                    </p:oleObj>
                  </mc:Choice>
                  <mc:Fallback>
                    <p:oleObj name="Equation" r:id="rId7" imgW="177646" imgH="393359" progId="Equation.DSMT4">
                      <p:embed/>
                      <p:pic>
                        <p:nvPicPr>
                          <p:cNvPr id="9251" name="Object 6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69" y="2544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9248" name="Object 63"/>
            <p:cNvGraphicFramePr>
              <a:graphicFrameLocks noChangeAspect="1"/>
            </p:cNvGraphicFramePr>
            <p:nvPr/>
          </p:nvGraphicFramePr>
          <p:xfrm>
            <a:off x="4387" y="2984"/>
            <a:ext cx="309" cy="1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342603" imgH="177646" progId="Equation.DSMT4">
                    <p:embed/>
                  </p:oleObj>
                </mc:Choice>
                <mc:Fallback>
                  <p:oleObj name="Equation" r:id="rId9" imgW="342603" imgH="177646" progId="Equation.DSMT4">
                    <p:embed/>
                    <p:pic>
                      <p:nvPicPr>
                        <p:cNvPr id="9248" name="Object 6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87" y="2984"/>
                          <a:ext cx="309" cy="15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9249" name="Object 64"/>
            <p:cNvGraphicFramePr>
              <a:graphicFrameLocks noChangeAspect="1"/>
            </p:cNvGraphicFramePr>
            <p:nvPr/>
          </p:nvGraphicFramePr>
          <p:xfrm>
            <a:off x="4487" y="3840"/>
            <a:ext cx="1167" cy="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1295400" imgH="203200" progId="Equation.DSMT4">
                    <p:embed/>
                  </p:oleObj>
                </mc:Choice>
                <mc:Fallback>
                  <p:oleObj name="Equation" r:id="rId11" imgW="1295400" imgH="203200" progId="Equation.DSMT4">
                    <p:embed/>
                    <p:pic>
                      <p:nvPicPr>
                        <p:cNvPr id="9249" name="Object 6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487" y="3840"/>
                          <a:ext cx="1167" cy="18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68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Intervalo de Confiança para </a:t>
            </a:r>
            <a:r>
              <a:rPr lang="pt-BR" i="1">
                <a:sym typeface="Symbol" pitchFamily="18" charset="2"/>
              </a:rPr>
              <a:t></a:t>
            </a:r>
            <a:r>
              <a:rPr lang="pt-BR" baseline="-25000">
                <a:latin typeface="Times New Roman" pitchFamily="18" charset="0"/>
                <a:sym typeface="Symbol" pitchFamily="18" charset="2"/>
              </a:rPr>
              <a:t>1</a:t>
            </a:r>
            <a:r>
              <a:rPr lang="pt-BR">
                <a:latin typeface="Times New Roman" pitchFamily="18" charset="0"/>
                <a:sym typeface="Symbol" pitchFamily="18" charset="2"/>
              </a:rPr>
              <a:t> -</a:t>
            </a:r>
            <a:r>
              <a:rPr lang="pt-BR" i="1">
                <a:sym typeface="Symbol" pitchFamily="18" charset="2"/>
              </a:rPr>
              <a:t> </a:t>
            </a:r>
            <a:r>
              <a:rPr lang="pt-BR" baseline="-25000">
                <a:latin typeface="Times New Roman" pitchFamily="18" charset="0"/>
                <a:sym typeface="Symbol" pitchFamily="18" charset="2"/>
              </a:rPr>
              <a:t>2</a:t>
            </a:r>
          </a:p>
        </p:txBody>
      </p:sp>
      <p:graphicFrame>
        <p:nvGraphicFramePr>
          <p:cNvPr id="168963" name="Object 3"/>
          <p:cNvGraphicFramePr>
            <a:graphicFrameLocks noChangeAspect="1"/>
          </p:cNvGraphicFramePr>
          <p:nvPr/>
        </p:nvGraphicFramePr>
        <p:xfrm>
          <a:off x="827088" y="3276600"/>
          <a:ext cx="2252662" cy="992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1574800" imgH="698500" progId="Equation.DSMT4">
                  <p:embed/>
                </p:oleObj>
              </mc:Choice>
              <mc:Fallback>
                <p:oleObj name="Equation" r:id="rId13" imgW="1574800" imgH="698500" progId="Equation.DSMT4">
                  <p:embed/>
                  <p:pic>
                    <p:nvPicPr>
                      <p:cNvPr id="168963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088" y="3276600"/>
                        <a:ext cx="2252662" cy="992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21" name="Object 4"/>
          <p:cNvGraphicFramePr>
            <a:graphicFrameLocks noChangeAspect="1"/>
          </p:cNvGraphicFramePr>
          <p:nvPr/>
        </p:nvGraphicFramePr>
        <p:xfrm>
          <a:off x="793750" y="1511300"/>
          <a:ext cx="1377950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965200" imgH="241300" progId="Equation.DSMT4">
                  <p:embed/>
                </p:oleObj>
              </mc:Choice>
              <mc:Fallback>
                <p:oleObj name="Equation" r:id="rId15" imgW="965200" imgH="241300" progId="Equation.DSMT4">
                  <p:embed/>
                  <p:pic>
                    <p:nvPicPr>
                      <p:cNvPr id="9221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3750" y="1511300"/>
                        <a:ext cx="1377950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22" name="Object 5"/>
          <p:cNvGraphicFramePr>
            <a:graphicFrameLocks noChangeAspect="1"/>
          </p:cNvGraphicFramePr>
          <p:nvPr/>
        </p:nvGraphicFramePr>
        <p:xfrm>
          <a:off x="2411413" y="1511300"/>
          <a:ext cx="143192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1002865" imgH="241195" progId="Equation.DSMT4">
                  <p:embed/>
                </p:oleObj>
              </mc:Choice>
              <mc:Fallback>
                <p:oleObj name="Equation" r:id="rId17" imgW="1002865" imgH="241195" progId="Equation.DSMT4">
                  <p:embed/>
                  <p:pic>
                    <p:nvPicPr>
                      <p:cNvPr id="9222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11413" y="1511300"/>
                        <a:ext cx="1431925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223" name="Group 6"/>
          <p:cNvGrpSpPr>
            <a:grpSpLocks/>
          </p:cNvGrpSpPr>
          <p:nvPr/>
        </p:nvGrpSpPr>
        <p:grpSpPr bwMode="auto">
          <a:xfrm>
            <a:off x="4119563" y="1501775"/>
            <a:ext cx="2130425" cy="346075"/>
            <a:chOff x="2595" y="946"/>
            <a:chExt cx="1342" cy="218"/>
          </a:xfrm>
        </p:grpSpPr>
        <p:sp>
          <p:nvSpPr>
            <p:cNvPr id="9239" name="Text Box 7"/>
            <p:cNvSpPr txBox="1">
              <a:spLocks noChangeArrowheads="1"/>
            </p:cNvSpPr>
            <p:nvPr/>
          </p:nvSpPr>
          <p:spPr bwMode="auto">
            <a:xfrm>
              <a:off x="2705" y="946"/>
              <a:ext cx="123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e     desconhecidas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9240" name="Object 8"/>
            <p:cNvGraphicFramePr>
              <a:graphicFrameLocks noChangeAspect="1"/>
            </p:cNvGraphicFramePr>
            <p:nvPr/>
          </p:nvGraphicFramePr>
          <p:xfrm>
            <a:off x="2595" y="960"/>
            <a:ext cx="149" cy="2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9" imgW="165028" imgH="228501" progId="Equation.DSMT4">
                    <p:embed/>
                  </p:oleObj>
                </mc:Choice>
                <mc:Fallback>
                  <p:oleObj name="Equation" r:id="rId19" imgW="165028" imgH="228501" progId="Equation.DSMT4">
                    <p:embed/>
                    <p:pic>
                      <p:nvPicPr>
                        <p:cNvPr id="9240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95" y="960"/>
                          <a:ext cx="149" cy="20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9241" name="Object 9"/>
            <p:cNvGraphicFramePr>
              <a:graphicFrameLocks noChangeAspect="1"/>
            </p:cNvGraphicFramePr>
            <p:nvPr/>
          </p:nvGraphicFramePr>
          <p:xfrm>
            <a:off x="2847" y="947"/>
            <a:ext cx="183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1" imgW="203112" imgH="241195" progId="Equation.DSMT4">
                    <p:embed/>
                  </p:oleObj>
                </mc:Choice>
                <mc:Fallback>
                  <p:oleObj name="Equation" r:id="rId21" imgW="203112" imgH="241195" progId="Equation.DSMT4">
                    <p:embed/>
                    <p:pic>
                      <p:nvPicPr>
                        <p:cNvPr id="9241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47" y="947"/>
                          <a:ext cx="183" cy="21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9224" name="Group 42"/>
          <p:cNvGrpSpPr>
            <a:grpSpLocks/>
          </p:cNvGrpSpPr>
          <p:nvPr/>
        </p:nvGrpSpPr>
        <p:grpSpPr bwMode="auto">
          <a:xfrm>
            <a:off x="796925" y="2054225"/>
            <a:ext cx="2754313" cy="993775"/>
            <a:chOff x="502" y="1294"/>
            <a:chExt cx="1735" cy="626"/>
          </a:xfrm>
        </p:grpSpPr>
        <p:graphicFrame>
          <p:nvGraphicFramePr>
            <p:cNvPr id="9237" name="Object 11"/>
            <p:cNvGraphicFramePr>
              <a:graphicFrameLocks noChangeAspect="1"/>
            </p:cNvGraphicFramePr>
            <p:nvPr/>
          </p:nvGraphicFramePr>
          <p:xfrm>
            <a:off x="502" y="1294"/>
            <a:ext cx="1418" cy="62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3" imgW="1574800" imgH="698500" progId="Equation.DSMT4">
                    <p:embed/>
                  </p:oleObj>
                </mc:Choice>
                <mc:Fallback>
                  <p:oleObj name="Equation" r:id="rId23" imgW="1574800" imgH="698500" progId="Equation.DSMT4">
                    <p:embed/>
                    <p:pic>
                      <p:nvPicPr>
                        <p:cNvPr id="9237" name="Object 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02" y="1294"/>
                          <a:ext cx="1418" cy="62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9238" name="Object 12"/>
            <p:cNvGraphicFramePr>
              <a:graphicFrameLocks noChangeAspect="1"/>
            </p:cNvGraphicFramePr>
            <p:nvPr/>
          </p:nvGraphicFramePr>
          <p:xfrm>
            <a:off x="1826" y="1401"/>
            <a:ext cx="411" cy="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5" imgW="457002" imgH="203112" progId="Equation.DSMT4">
                    <p:embed/>
                  </p:oleObj>
                </mc:Choice>
                <mc:Fallback>
                  <p:oleObj name="Equation" r:id="rId25" imgW="457002" imgH="203112" progId="Equation.DSMT4">
                    <p:embed/>
                    <p:pic>
                      <p:nvPicPr>
                        <p:cNvPr id="9238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826" y="1401"/>
                          <a:ext cx="411" cy="182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68996" name="Object 36"/>
          <p:cNvGraphicFramePr>
            <a:graphicFrameLocks noChangeAspect="1"/>
          </p:cNvGraphicFramePr>
          <p:nvPr/>
        </p:nvGraphicFramePr>
        <p:xfrm>
          <a:off x="839788" y="4419600"/>
          <a:ext cx="3503612" cy="993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7" imgW="2451100" imgH="698500" progId="Equation.DSMT4">
                  <p:embed/>
                </p:oleObj>
              </mc:Choice>
              <mc:Fallback>
                <p:oleObj name="Equation" r:id="rId27" imgW="2451100" imgH="698500" progId="Equation.DSMT4">
                  <p:embed/>
                  <p:pic>
                    <p:nvPicPr>
                      <p:cNvPr id="168996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9788" y="4419600"/>
                        <a:ext cx="3503612" cy="993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8997" name="Object 37"/>
          <p:cNvGraphicFramePr>
            <a:graphicFrameLocks noChangeAspect="1"/>
          </p:cNvGraphicFramePr>
          <p:nvPr/>
        </p:nvGraphicFramePr>
        <p:xfrm>
          <a:off x="531813" y="5583238"/>
          <a:ext cx="5568950" cy="703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9" imgW="3898900" imgH="495300" progId="Equation.DSMT4">
                  <p:embed/>
                </p:oleObj>
              </mc:Choice>
              <mc:Fallback>
                <p:oleObj name="Equation" r:id="rId29" imgW="3898900" imgH="495300" progId="Equation.DSMT4">
                  <p:embed/>
                  <p:pic>
                    <p:nvPicPr>
                      <p:cNvPr id="168997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1813" y="5583238"/>
                        <a:ext cx="5568950" cy="7032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998" name="Rectangle 38"/>
          <p:cNvSpPr>
            <a:spLocks noChangeArrowheads="1"/>
          </p:cNvSpPr>
          <p:nvPr/>
        </p:nvSpPr>
        <p:spPr bwMode="auto">
          <a:xfrm>
            <a:off x="468313" y="5586413"/>
            <a:ext cx="5692775" cy="706437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9" name="Group 39"/>
          <p:cNvGrpSpPr>
            <a:grpSpLocks/>
          </p:cNvGrpSpPr>
          <p:nvPr/>
        </p:nvGrpSpPr>
        <p:grpSpPr bwMode="auto">
          <a:xfrm>
            <a:off x="1657350" y="6324600"/>
            <a:ext cx="5611813" cy="366713"/>
            <a:chOff x="1044" y="3984"/>
            <a:chExt cx="3535" cy="231"/>
          </a:xfrm>
        </p:grpSpPr>
        <p:sp>
          <p:nvSpPr>
            <p:cNvPr id="9235" name="Text Box 40"/>
            <p:cNvSpPr txBox="1">
              <a:spLocks noChangeArrowheads="1"/>
            </p:cNvSpPr>
            <p:nvPr/>
          </p:nvSpPr>
          <p:spPr bwMode="auto">
            <a:xfrm>
              <a:off x="1044" y="3984"/>
              <a:ext cx="353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dirty="0">
                  <a:solidFill>
                    <a:srgbClr val="FF3300"/>
                  </a:solidFill>
                  <a:latin typeface="Tahoma" panose="020B0604030504040204" pitchFamily="34" charset="0"/>
                </a:rPr>
                <a:t>IC para </a:t>
              </a:r>
              <a:r>
                <a:rPr lang="pt-BR" altLang="pt-BR" sz="1800" i="1" dirty="0">
                  <a:solidFill>
                    <a:srgbClr val="FF3300"/>
                  </a:solidFill>
                  <a:latin typeface="Symbol" pitchFamily="18" charset="2"/>
                </a:rPr>
                <a:t>m</a:t>
              </a:r>
              <a:r>
                <a:rPr lang="pt-BR" altLang="pt-BR" sz="1800" baseline="-25000" dirty="0">
                  <a:solidFill>
                    <a:srgbClr val="FF3300"/>
                  </a:solidFill>
                  <a:latin typeface="Times New Roman" charset="0"/>
                </a:rPr>
                <a:t>1</a:t>
              </a:r>
              <a:r>
                <a:rPr lang="pt-BR" altLang="pt-BR" sz="1800" i="1" dirty="0">
                  <a:solidFill>
                    <a:srgbClr val="FF3300"/>
                  </a:solidFill>
                  <a:latin typeface="Times New Roman" charset="0"/>
                </a:rPr>
                <a:t> - </a:t>
              </a:r>
              <a:r>
                <a:rPr lang="pt-BR" altLang="pt-BR" sz="1800" i="1" dirty="0">
                  <a:solidFill>
                    <a:srgbClr val="FF3300"/>
                  </a:solidFill>
                  <a:latin typeface="Symbol" pitchFamily="18" charset="2"/>
                </a:rPr>
                <a:t>m</a:t>
              </a:r>
              <a:r>
                <a:rPr lang="pt-BR" altLang="pt-BR" sz="1800" baseline="-25000" dirty="0">
                  <a:solidFill>
                    <a:srgbClr val="FF3300"/>
                  </a:solidFill>
                  <a:latin typeface="Times New Roman" charset="0"/>
                </a:rPr>
                <a:t>2</a:t>
              </a:r>
              <a:r>
                <a:rPr lang="pt-BR" altLang="pt-BR" sz="1800" dirty="0">
                  <a:solidFill>
                    <a:srgbClr val="FF3300"/>
                  </a:solidFill>
                  <a:latin typeface="Tahoma" panose="020B0604030504040204" pitchFamily="34" charset="0"/>
                </a:rPr>
                <a:t> (atenção:              </a:t>
              </a:r>
              <a:r>
                <a:rPr lang="pt-BR" altLang="pt-BR" sz="1800" i="1" dirty="0">
                  <a:solidFill>
                    <a:srgbClr val="FF3300"/>
                  </a:solidFill>
                  <a:latin typeface="Times New Roman" charset="0"/>
                </a:rPr>
                <a:t>t</a:t>
              </a:r>
              <a:r>
                <a:rPr lang="pt-BR" altLang="pt-BR" sz="1800" dirty="0">
                  <a:solidFill>
                    <a:srgbClr val="FF3300"/>
                  </a:solidFill>
                  <a:latin typeface="Tahoma" panose="020B0604030504040204" pitchFamily="34" charset="0"/>
                </a:rPr>
                <a:t> </a:t>
              </a:r>
              <a:r>
                <a:rPr lang="pt-BR" altLang="pt-BR" sz="1800" dirty="0" err="1">
                  <a:solidFill>
                    <a:srgbClr val="FF3300"/>
                  </a:solidFill>
                  <a:latin typeface="Tahoma" panose="020B0604030504040204" pitchFamily="34" charset="0"/>
                </a:rPr>
                <a:t>heterocedástico</a:t>
              </a:r>
              <a:r>
                <a:rPr lang="pt-BR" altLang="pt-BR" sz="1800" dirty="0">
                  <a:solidFill>
                    <a:srgbClr val="FF3300"/>
                  </a:solidFill>
                  <a:latin typeface="Tahoma" panose="020B0604030504040204" pitchFamily="34" charset="0"/>
                </a:rPr>
                <a:t>)</a:t>
              </a:r>
            </a:p>
          </p:txBody>
        </p:sp>
        <p:graphicFrame>
          <p:nvGraphicFramePr>
            <p:cNvPr id="9236" name="Object 41"/>
            <p:cNvGraphicFramePr>
              <a:graphicFrameLocks noChangeAspect="1"/>
            </p:cNvGraphicFramePr>
            <p:nvPr/>
          </p:nvGraphicFramePr>
          <p:xfrm>
            <a:off x="2718" y="3996"/>
            <a:ext cx="480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1" imgW="533169" imgH="241195" progId="Equation.DSMT4">
                    <p:embed/>
                  </p:oleObj>
                </mc:Choice>
                <mc:Fallback>
                  <p:oleObj name="Equation" r:id="rId31" imgW="533169" imgH="241195" progId="Equation.DSMT4">
                    <p:embed/>
                    <p:pic>
                      <p:nvPicPr>
                        <p:cNvPr id="9236" name="Object 4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18" y="3996"/>
                          <a:ext cx="480" cy="21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69003" name="Object 43"/>
          <p:cNvGraphicFramePr>
            <a:graphicFrameLocks noChangeAspect="1"/>
          </p:cNvGraphicFramePr>
          <p:nvPr/>
        </p:nvGraphicFramePr>
        <p:xfrm>
          <a:off x="3779838" y="2868613"/>
          <a:ext cx="1798637" cy="1712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3" imgW="1257300" imgH="1206500" progId="Equation.DSMT4">
                  <p:embed/>
                </p:oleObj>
              </mc:Choice>
              <mc:Fallback>
                <p:oleObj name="Equation" r:id="rId33" imgW="1257300" imgH="1206500" progId="Equation.DSMT4">
                  <p:embed/>
                  <p:pic>
                    <p:nvPicPr>
                      <p:cNvPr id="169003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9838" y="2868613"/>
                        <a:ext cx="1798637" cy="1712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0" name="Group 69"/>
          <p:cNvGrpSpPr>
            <a:grpSpLocks/>
          </p:cNvGrpSpPr>
          <p:nvPr/>
        </p:nvGrpSpPr>
        <p:grpSpPr bwMode="auto">
          <a:xfrm>
            <a:off x="4251326" y="2205038"/>
            <a:ext cx="2359026" cy="346075"/>
            <a:chOff x="2678" y="1389"/>
            <a:chExt cx="1486" cy="218"/>
          </a:xfrm>
        </p:grpSpPr>
        <p:sp>
          <p:nvSpPr>
            <p:cNvPr id="9232" name="Text Box 66"/>
            <p:cNvSpPr txBox="1">
              <a:spLocks noChangeArrowheads="1"/>
            </p:cNvSpPr>
            <p:nvPr/>
          </p:nvSpPr>
          <p:spPr bwMode="auto">
            <a:xfrm>
              <a:off x="2678" y="1389"/>
              <a:ext cx="94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(considerando</a:t>
              </a:r>
            </a:p>
          </p:txBody>
        </p:sp>
        <p:graphicFrame>
          <p:nvGraphicFramePr>
            <p:cNvPr id="9233" name="Object 67"/>
            <p:cNvGraphicFramePr>
              <a:graphicFrameLocks noChangeAspect="1"/>
            </p:cNvGraphicFramePr>
            <p:nvPr/>
          </p:nvGraphicFramePr>
          <p:xfrm>
            <a:off x="3578" y="1391"/>
            <a:ext cx="481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5" imgW="533169" imgH="241195" progId="Equation.DSMT4">
                    <p:embed/>
                  </p:oleObj>
                </mc:Choice>
                <mc:Fallback>
                  <p:oleObj name="Equation" r:id="rId35" imgW="533169" imgH="241195" progId="Equation.DSMT4">
                    <p:embed/>
                    <p:pic>
                      <p:nvPicPr>
                        <p:cNvPr id="9233" name="Object 6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578" y="1391"/>
                          <a:ext cx="481" cy="21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234" name="Text Box 68"/>
            <p:cNvSpPr txBox="1">
              <a:spLocks noChangeArrowheads="1"/>
            </p:cNvSpPr>
            <p:nvPr/>
          </p:nvSpPr>
          <p:spPr bwMode="auto">
            <a:xfrm>
              <a:off x="3998" y="1389"/>
              <a:ext cx="166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)</a:t>
              </a: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37FA234-C222-4BB7-BD9D-948DBCF89031}" type="slidenum">
              <a:rPr lang="pt-BR"/>
              <a:pPr>
                <a:defRPr/>
              </a:pPr>
              <a:t>4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89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8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8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899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8724" name="Object 4"/>
          <p:cNvGraphicFramePr>
            <a:graphicFrameLocks noChangeAspect="1"/>
          </p:cNvGraphicFramePr>
          <p:nvPr/>
        </p:nvGraphicFramePr>
        <p:xfrm>
          <a:off x="1066800" y="2438400"/>
          <a:ext cx="835025" cy="650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83947" imgH="457002" progId="Equation.DSMT4">
                  <p:embed/>
                </p:oleObj>
              </mc:Choice>
              <mc:Fallback>
                <p:oleObj name="Equation" r:id="rId2" imgW="583947" imgH="457002" progId="Equation.DSMT4">
                  <p:embed/>
                  <p:pic>
                    <p:nvPicPr>
                      <p:cNvPr id="15872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66800" y="2438400"/>
                        <a:ext cx="835025" cy="650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8725" name="Object 5"/>
          <p:cNvGraphicFramePr>
            <a:graphicFrameLocks noChangeAspect="1"/>
          </p:cNvGraphicFramePr>
          <p:nvPr/>
        </p:nvGraphicFramePr>
        <p:xfrm>
          <a:off x="1752600" y="2590800"/>
          <a:ext cx="706438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95085" imgH="241195" progId="Equation.DSMT4">
                  <p:embed/>
                </p:oleObj>
              </mc:Choice>
              <mc:Fallback>
                <p:oleObj name="Equation" r:id="rId4" imgW="495085" imgH="241195" progId="Equation.DSMT4">
                  <p:embed/>
                  <p:pic>
                    <p:nvPicPr>
                      <p:cNvPr id="15872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52600" y="2590800"/>
                        <a:ext cx="706438" cy="3429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8747" name="Object 27"/>
          <p:cNvGraphicFramePr>
            <a:graphicFrameLocks noChangeAspect="1"/>
          </p:cNvGraphicFramePr>
          <p:nvPr/>
        </p:nvGraphicFramePr>
        <p:xfrm>
          <a:off x="914400" y="3581400"/>
          <a:ext cx="2322513" cy="649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625600" imgH="457200" progId="Equation.DSMT4">
                  <p:embed/>
                </p:oleObj>
              </mc:Choice>
              <mc:Fallback>
                <p:oleObj name="Equation" r:id="rId6" imgW="1625600" imgH="457200" progId="Equation.DSMT4">
                  <p:embed/>
                  <p:pic>
                    <p:nvPicPr>
                      <p:cNvPr id="158747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581400"/>
                        <a:ext cx="2322513" cy="649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8748" name="Object 28"/>
          <p:cNvGraphicFramePr>
            <a:graphicFrameLocks noChangeAspect="1"/>
          </p:cNvGraphicFramePr>
          <p:nvPr/>
        </p:nvGraphicFramePr>
        <p:xfrm>
          <a:off x="914400" y="5389563"/>
          <a:ext cx="2703513" cy="649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892300" imgH="457200" progId="Equation.DSMT4">
                  <p:embed/>
                </p:oleObj>
              </mc:Choice>
              <mc:Fallback>
                <p:oleObj name="Equation" r:id="rId8" imgW="1892300" imgH="457200" progId="Equation.DSMT4">
                  <p:embed/>
                  <p:pic>
                    <p:nvPicPr>
                      <p:cNvPr id="158748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389563"/>
                        <a:ext cx="2703513" cy="649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8749" name="Rectangle 29"/>
          <p:cNvSpPr>
            <a:spLocks noChangeArrowheads="1"/>
          </p:cNvSpPr>
          <p:nvPr/>
        </p:nvSpPr>
        <p:spPr bwMode="auto">
          <a:xfrm>
            <a:off x="838200" y="5340350"/>
            <a:ext cx="2819400" cy="762000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5367" name="Object 31"/>
          <p:cNvGraphicFramePr>
            <a:graphicFrameLocks noChangeAspect="1"/>
          </p:cNvGraphicFramePr>
          <p:nvPr/>
        </p:nvGraphicFramePr>
        <p:xfrm>
          <a:off x="793750" y="1511300"/>
          <a:ext cx="1377950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965200" imgH="241300" progId="Equation.DSMT4">
                  <p:embed/>
                </p:oleObj>
              </mc:Choice>
              <mc:Fallback>
                <p:oleObj name="Equation" r:id="rId10" imgW="965200" imgH="241300" progId="Equation.DSMT4">
                  <p:embed/>
                  <p:pic>
                    <p:nvPicPr>
                      <p:cNvPr id="15367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3750" y="1511300"/>
                        <a:ext cx="1377950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72"/>
          <p:cNvGrpSpPr>
            <a:grpSpLocks/>
          </p:cNvGrpSpPr>
          <p:nvPr/>
        </p:nvGrpSpPr>
        <p:grpSpPr bwMode="auto">
          <a:xfrm>
            <a:off x="762000" y="2286000"/>
            <a:ext cx="838200" cy="1022350"/>
            <a:chOff x="288" y="1440"/>
            <a:chExt cx="528" cy="644"/>
          </a:xfrm>
        </p:grpSpPr>
        <p:sp>
          <p:nvSpPr>
            <p:cNvPr id="15408" name="Oval 34"/>
            <p:cNvSpPr>
              <a:spLocks noChangeArrowheads="1"/>
            </p:cNvSpPr>
            <p:nvPr/>
          </p:nvSpPr>
          <p:spPr bwMode="auto">
            <a:xfrm>
              <a:off x="432" y="1440"/>
              <a:ext cx="384" cy="576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409" name="Text Box 35"/>
            <p:cNvSpPr txBox="1">
              <a:spLocks noChangeArrowheads="1"/>
            </p:cNvSpPr>
            <p:nvPr/>
          </p:nvSpPr>
          <p:spPr bwMode="auto">
            <a:xfrm>
              <a:off x="288" y="1872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solidFill>
                    <a:srgbClr val="FF3300"/>
                  </a:solidFill>
                  <a:latin typeface="Times New Roman" charset="0"/>
                </a:rPr>
                <a:t>F</a:t>
              </a:r>
            </a:p>
          </p:txBody>
        </p:sp>
      </p:grpSp>
      <p:graphicFrame>
        <p:nvGraphicFramePr>
          <p:cNvPr id="15369" name="Object 36"/>
          <p:cNvGraphicFramePr>
            <a:graphicFrameLocks noChangeAspect="1"/>
          </p:cNvGraphicFramePr>
          <p:nvPr/>
        </p:nvGraphicFramePr>
        <p:xfrm>
          <a:off x="2411413" y="1511300"/>
          <a:ext cx="143192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002865" imgH="241195" progId="Equation.DSMT4">
                  <p:embed/>
                </p:oleObj>
              </mc:Choice>
              <mc:Fallback>
                <p:oleObj name="Equation" r:id="rId12" imgW="1002865" imgH="241195" progId="Equation.DSMT4">
                  <p:embed/>
                  <p:pic>
                    <p:nvPicPr>
                      <p:cNvPr id="15369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11413" y="1511300"/>
                        <a:ext cx="1431925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5370" name="Group 44"/>
          <p:cNvGrpSpPr>
            <a:grpSpLocks/>
          </p:cNvGrpSpPr>
          <p:nvPr/>
        </p:nvGrpSpPr>
        <p:grpSpPr bwMode="auto">
          <a:xfrm>
            <a:off x="4119563" y="1501775"/>
            <a:ext cx="2130425" cy="346075"/>
            <a:chOff x="2595" y="946"/>
            <a:chExt cx="1342" cy="218"/>
          </a:xfrm>
        </p:grpSpPr>
        <p:sp>
          <p:nvSpPr>
            <p:cNvPr id="15405" name="Text Box 45"/>
            <p:cNvSpPr txBox="1">
              <a:spLocks noChangeArrowheads="1"/>
            </p:cNvSpPr>
            <p:nvPr/>
          </p:nvSpPr>
          <p:spPr bwMode="auto">
            <a:xfrm>
              <a:off x="2705" y="946"/>
              <a:ext cx="123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e     desconhecidas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5406" name="Object 46"/>
            <p:cNvGraphicFramePr>
              <a:graphicFrameLocks noChangeAspect="1"/>
            </p:cNvGraphicFramePr>
            <p:nvPr/>
          </p:nvGraphicFramePr>
          <p:xfrm>
            <a:off x="2595" y="960"/>
            <a:ext cx="149" cy="2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165028" imgH="228501" progId="Equation.DSMT4">
                    <p:embed/>
                  </p:oleObj>
                </mc:Choice>
                <mc:Fallback>
                  <p:oleObj name="Equation" r:id="rId14" imgW="165028" imgH="228501" progId="Equation.DSMT4">
                    <p:embed/>
                    <p:pic>
                      <p:nvPicPr>
                        <p:cNvPr id="15406" name="Object 4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95" y="960"/>
                          <a:ext cx="149" cy="20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5407" name="Object 47"/>
            <p:cNvGraphicFramePr>
              <a:graphicFrameLocks noChangeAspect="1"/>
            </p:cNvGraphicFramePr>
            <p:nvPr/>
          </p:nvGraphicFramePr>
          <p:xfrm>
            <a:off x="2847" y="947"/>
            <a:ext cx="183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203112" imgH="241195" progId="Equation.DSMT4">
                    <p:embed/>
                  </p:oleObj>
                </mc:Choice>
                <mc:Fallback>
                  <p:oleObj name="Equation" r:id="rId16" imgW="203112" imgH="241195" progId="Equation.DSMT4">
                    <p:embed/>
                    <p:pic>
                      <p:nvPicPr>
                        <p:cNvPr id="15407" name="Object 4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47" y="947"/>
                          <a:ext cx="183" cy="21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4" name="Group 71"/>
          <p:cNvGrpSpPr>
            <a:grpSpLocks/>
          </p:cNvGrpSpPr>
          <p:nvPr/>
        </p:nvGrpSpPr>
        <p:grpSpPr bwMode="auto">
          <a:xfrm>
            <a:off x="5334000" y="2057400"/>
            <a:ext cx="3276600" cy="2774950"/>
            <a:chOff x="3360" y="1296"/>
            <a:chExt cx="2064" cy="1748"/>
          </a:xfrm>
        </p:grpSpPr>
        <p:grpSp>
          <p:nvGrpSpPr>
            <p:cNvPr id="15386" name="Group 48"/>
            <p:cNvGrpSpPr>
              <a:grpSpLocks/>
            </p:cNvGrpSpPr>
            <p:nvPr/>
          </p:nvGrpSpPr>
          <p:grpSpPr bwMode="auto">
            <a:xfrm>
              <a:off x="4776" y="1920"/>
              <a:ext cx="385" cy="470"/>
              <a:chOff x="4800" y="2602"/>
              <a:chExt cx="385" cy="470"/>
            </a:xfrm>
          </p:grpSpPr>
          <p:sp>
            <p:nvSpPr>
              <p:cNvPr id="15403" name="Line 49"/>
              <p:cNvSpPr>
                <a:spLocks noChangeShapeType="1"/>
              </p:cNvSpPr>
              <p:nvPr/>
            </p:nvSpPr>
            <p:spPr bwMode="auto">
              <a:xfrm flipV="1">
                <a:off x="4800" y="2832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5404" name="Object 50"/>
              <p:cNvGraphicFramePr>
                <a:graphicFrameLocks noChangeAspect="1"/>
              </p:cNvGraphicFramePr>
              <p:nvPr/>
            </p:nvGraphicFramePr>
            <p:xfrm>
              <a:off x="5025" y="2602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8" imgW="177646" imgH="393359" progId="Equation.DSMT4">
                      <p:embed/>
                    </p:oleObj>
                  </mc:Choice>
                  <mc:Fallback>
                    <p:oleObj name="Equation" r:id="rId18" imgW="177646" imgH="393359" progId="Equation.DSMT4">
                      <p:embed/>
                      <p:pic>
                        <p:nvPicPr>
                          <p:cNvPr id="15404" name="Object 5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025" y="2602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15387" name="Group 51"/>
            <p:cNvGrpSpPr>
              <a:grpSpLocks/>
            </p:cNvGrpSpPr>
            <p:nvPr/>
          </p:nvGrpSpPr>
          <p:grpSpPr bwMode="auto">
            <a:xfrm>
              <a:off x="3360" y="1920"/>
              <a:ext cx="351" cy="470"/>
              <a:chOff x="2769" y="2544"/>
              <a:chExt cx="351" cy="470"/>
            </a:xfrm>
          </p:grpSpPr>
          <p:sp>
            <p:nvSpPr>
              <p:cNvPr id="15401" name="Line 52"/>
              <p:cNvSpPr>
                <a:spLocks noChangeShapeType="1"/>
              </p:cNvSpPr>
              <p:nvPr/>
            </p:nvSpPr>
            <p:spPr bwMode="auto">
              <a:xfrm flipH="1" flipV="1">
                <a:off x="2928" y="2774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5402" name="Object 53"/>
              <p:cNvGraphicFramePr>
                <a:graphicFrameLocks noChangeAspect="1"/>
              </p:cNvGraphicFramePr>
              <p:nvPr/>
            </p:nvGraphicFramePr>
            <p:xfrm>
              <a:off x="2769" y="2544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0" imgW="177646" imgH="393359" progId="Equation.DSMT4">
                      <p:embed/>
                    </p:oleObj>
                  </mc:Choice>
                  <mc:Fallback>
                    <p:oleObj name="Equation" r:id="rId20" imgW="177646" imgH="393359" progId="Equation.DSMT4">
                      <p:embed/>
                      <p:pic>
                        <p:nvPicPr>
                          <p:cNvPr id="15402" name="Object 5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1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69" y="2544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5388" name="Freeform 54"/>
            <p:cNvSpPr>
              <a:spLocks/>
            </p:cNvSpPr>
            <p:nvPr/>
          </p:nvSpPr>
          <p:spPr bwMode="auto">
            <a:xfrm>
              <a:off x="3770" y="1544"/>
              <a:ext cx="903" cy="956"/>
            </a:xfrm>
            <a:custGeom>
              <a:avLst/>
              <a:gdLst>
                <a:gd name="T0" fmla="*/ 0 w 581"/>
                <a:gd name="T1" fmla="*/ 3298903 h 608"/>
                <a:gd name="T2" fmla="*/ 0 w 581"/>
                <a:gd name="T3" fmla="*/ 1656323 h 608"/>
                <a:gd name="T4" fmla="*/ 104740 w 581"/>
                <a:gd name="T5" fmla="*/ 1290462 h 608"/>
                <a:gd name="T6" fmla="*/ 217963 w 581"/>
                <a:gd name="T7" fmla="*/ 928976 h 608"/>
                <a:gd name="T8" fmla="*/ 305147 w 581"/>
                <a:gd name="T9" fmla="*/ 641069 h 608"/>
                <a:gd name="T10" fmla="*/ 448409 w 581"/>
                <a:gd name="T11" fmla="*/ 368764 h 608"/>
                <a:gd name="T12" fmla="*/ 551728 w 581"/>
                <a:gd name="T13" fmla="*/ 173289 h 608"/>
                <a:gd name="T14" fmla="*/ 721974 w 581"/>
                <a:gd name="T15" fmla="*/ 27609 h 608"/>
                <a:gd name="T16" fmla="*/ 864246 w 581"/>
                <a:gd name="T17" fmla="*/ 0 h 608"/>
                <a:gd name="T18" fmla="*/ 1014601 w 581"/>
                <a:gd name="T19" fmla="*/ 107330 h 608"/>
                <a:gd name="T20" fmla="*/ 1171012 w 581"/>
                <a:gd name="T21" fmla="*/ 248505 h 608"/>
                <a:gd name="T22" fmla="*/ 1349290 w 581"/>
                <a:gd name="T23" fmla="*/ 434162 h 608"/>
                <a:gd name="T24" fmla="*/ 1546478 w 581"/>
                <a:gd name="T25" fmla="*/ 731752 h 608"/>
                <a:gd name="T26" fmla="*/ 1743993 w 581"/>
                <a:gd name="T27" fmla="*/ 1020148 h 608"/>
                <a:gd name="T28" fmla="*/ 1931136 w 581"/>
                <a:gd name="T29" fmla="*/ 1346249 h 608"/>
                <a:gd name="T30" fmla="*/ 2172444 w 581"/>
                <a:gd name="T31" fmla="*/ 1736972 h 608"/>
                <a:gd name="T32" fmla="*/ 2424760 w 581"/>
                <a:gd name="T33" fmla="*/ 2139484 h 608"/>
                <a:gd name="T34" fmla="*/ 2528582 w 581"/>
                <a:gd name="T35" fmla="*/ 2332480 h 608"/>
                <a:gd name="T36" fmla="*/ 2528582 w 581"/>
                <a:gd name="T37" fmla="*/ 3298903 h 608"/>
                <a:gd name="T38" fmla="*/ 0 w 581"/>
                <a:gd name="T39" fmla="*/ 3298903 h 608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w 581"/>
                <a:gd name="T61" fmla="*/ 0 h 608"/>
                <a:gd name="T62" fmla="*/ 581 w 581"/>
                <a:gd name="T63" fmla="*/ 608 h 608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T60" t="T61" r="T62" b="T63"/>
              <a:pathLst>
                <a:path w="581" h="608">
                  <a:moveTo>
                    <a:pt x="0" y="608"/>
                  </a:moveTo>
                  <a:lnTo>
                    <a:pt x="0" y="305"/>
                  </a:lnTo>
                  <a:lnTo>
                    <a:pt x="24" y="238"/>
                  </a:lnTo>
                  <a:lnTo>
                    <a:pt x="50" y="171"/>
                  </a:lnTo>
                  <a:lnTo>
                    <a:pt x="70" y="118"/>
                  </a:lnTo>
                  <a:lnTo>
                    <a:pt x="103" y="68"/>
                  </a:lnTo>
                  <a:lnTo>
                    <a:pt x="127" y="32"/>
                  </a:lnTo>
                  <a:lnTo>
                    <a:pt x="166" y="5"/>
                  </a:lnTo>
                  <a:lnTo>
                    <a:pt x="199" y="0"/>
                  </a:lnTo>
                  <a:lnTo>
                    <a:pt x="233" y="20"/>
                  </a:lnTo>
                  <a:lnTo>
                    <a:pt x="269" y="46"/>
                  </a:lnTo>
                  <a:lnTo>
                    <a:pt x="310" y="80"/>
                  </a:lnTo>
                  <a:lnTo>
                    <a:pt x="355" y="135"/>
                  </a:lnTo>
                  <a:lnTo>
                    <a:pt x="401" y="188"/>
                  </a:lnTo>
                  <a:lnTo>
                    <a:pt x="444" y="248"/>
                  </a:lnTo>
                  <a:lnTo>
                    <a:pt x="499" y="320"/>
                  </a:lnTo>
                  <a:lnTo>
                    <a:pt x="557" y="394"/>
                  </a:lnTo>
                  <a:lnTo>
                    <a:pt x="581" y="430"/>
                  </a:lnTo>
                  <a:lnTo>
                    <a:pt x="581" y="608"/>
                  </a:lnTo>
                  <a:lnTo>
                    <a:pt x="0" y="608"/>
                  </a:lnTo>
                  <a:close/>
                </a:path>
              </a:pathLst>
            </a:custGeom>
            <a:solidFill>
              <a:schemeClr val="folHlink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15389" name="Group 70"/>
            <p:cNvGrpSpPr>
              <a:grpSpLocks/>
            </p:cNvGrpSpPr>
            <p:nvPr/>
          </p:nvGrpSpPr>
          <p:grpSpPr bwMode="auto">
            <a:xfrm>
              <a:off x="3540" y="1296"/>
              <a:ext cx="1806" cy="1440"/>
              <a:chOff x="3540" y="1296"/>
              <a:chExt cx="1806" cy="1440"/>
            </a:xfrm>
          </p:grpSpPr>
          <p:grpSp>
            <p:nvGrpSpPr>
              <p:cNvPr id="15394" name="Group 68"/>
              <p:cNvGrpSpPr>
                <a:grpSpLocks/>
              </p:cNvGrpSpPr>
              <p:nvPr/>
            </p:nvGrpSpPr>
            <p:grpSpPr bwMode="auto">
              <a:xfrm>
                <a:off x="4442" y="1327"/>
                <a:ext cx="598" cy="309"/>
                <a:chOff x="4442" y="1327"/>
                <a:chExt cx="598" cy="309"/>
              </a:xfrm>
            </p:grpSpPr>
            <p:sp>
              <p:nvSpPr>
                <p:cNvPr id="15399" name="Line 57"/>
                <p:cNvSpPr>
                  <a:spLocks noChangeShapeType="1"/>
                </p:cNvSpPr>
                <p:nvPr/>
              </p:nvSpPr>
              <p:spPr bwMode="auto">
                <a:xfrm flipH="1">
                  <a:off x="4442" y="1492"/>
                  <a:ext cx="144" cy="144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graphicFrame>
              <p:nvGraphicFramePr>
                <p:cNvPr id="15400" name="Object 58"/>
                <p:cNvGraphicFramePr>
                  <a:graphicFrameLocks noChangeAspect="1"/>
                </p:cNvGraphicFramePr>
                <p:nvPr/>
              </p:nvGraphicFramePr>
              <p:xfrm>
                <a:off x="4595" y="1327"/>
                <a:ext cx="445" cy="216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tion" r:id="rId22" imgW="495085" imgH="241195" progId="Equation.DSMT4">
                        <p:embed/>
                      </p:oleObj>
                    </mc:Choice>
                    <mc:Fallback>
                      <p:oleObj name="Equation" r:id="rId22" imgW="495085" imgH="241195" progId="Equation.DSMT4">
                        <p:embed/>
                        <p:pic>
                          <p:nvPicPr>
                            <p:cNvPr id="15400" name="Object 58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23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595" y="1327"/>
                              <a:ext cx="445" cy="216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>
                              <a:noFill/>
                            </a:ln>
                            <a:extLst>
                              <a:ext uri="{91240B29-F687-4F45-9708-019B960494DF}">
                                <a14:hiddenLine xmlns:a14="http://schemas.microsoft.com/office/drawing/2010/main" w="9525">
                                  <a:solidFill>
                                    <a:srgbClr val="0000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p:grpSp>
          <p:sp>
            <p:nvSpPr>
              <p:cNvPr id="15395" name="Freeform 59"/>
              <p:cNvSpPr>
                <a:spLocks/>
              </p:cNvSpPr>
              <p:nvPr/>
            </p:nvSpPr>
            <p:spPr bwMode="auto">
              <a:xfrm>
                <a:off x="3630" y="1296"/>
                <a:ext cx="1716" cy="1207"/>
              </a:xfrm>
              <a:custGeom>
                <a:avLst/>
                <a:gdLst>
                  <a:gd name="T0" fmla="*/ 0 w 1104"/>
                  <a:gd name="T1" fmla="*/ 0 h 768"/>
                  <a:gd name="T2" fmla="*/ 0 w 1104"/>
                  <a:gd name="T3" fmla="*/ 4129584 h 768"/>
                  <a:gd name="T4" fmla="*/ 4812262 w 1104"/>
                  <a:gd name="T5" fmla="*/ 4129584 h 768"/>
                  <a:gd name="T6" fmla="*/ 0 60000 65536"/>
                  <a:gd name="T7" fmla="*/ 0 60000 65536"/>
                  <a:gd name="T8" fmla="*/ 0 60000 65536"/>
                  <a:gd name="T9" fmla="*/ 0 w 1104"/>
                  <a:gd name="T10" fmla="*/ 0 h 768"/>
                  <a:gd name="T11" fmla="*/ 1104 w 1104"/>
                  <a:gd name="T12" fmla="*/ 768 h 76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104" h="768">
                    <a:moveTo>
                      <a:pt x="0" y="0"/>
                    </a:moveTo>
                    <a:lnTo>
                      <a:pt x="0" y="768"/>
                    </a:lnTo>
                    <a:lnTo>
                      <a:pt x="1104" y="768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5396" name="Freeform 60"/>
              <p:cNvSpPr>
                <a:spLocks/>
              </p:cNvSpPr>
              <p:nvPr/>
            </p:nvSpPr>
            <p:spPr bwMode="auto">
              <a:xfrm>
                <a:off x="3624" y="1530"/>
                <a:ext cx="1607" cy="1014"/>
              </a:xfrm>
              <a:custGeom>
                <a:avLst/>
                <a:gdLst>
                  <a:gd name="T0" fmla="*/ 0 w 1034"/>
                  <a:gd name="T1" fmla="*/ 3336634 h 645"/>
                  <a:gd name="T2" fmla="*/ 1191903 w 1034"/>
                  <a:gd name="T3" fmla="*/ 65173 h 645"/>
                  <a:gd name="T4" fmla="*/ 3361832 w 1034"/>
                  <a:gd name="T5" fmla="*/ 2948523 h 645"/>
                  <a:gd name="T6" fmla="*/ 4497356 w 1034"/>
                  <a:gd name="T7" fmla="*/ 3319849 h 645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034"/>
                  <a:gd name="T13" fmla="*/ 0 h 645"/>
                  <a:gd name="T14" fmla="*/ 1034 w 1034"/>
                  <a:gd name="T15" fmla="*/ 645 h 645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034" h="645">
                    <a:moveTo>
                      <a:pt x="0" y="617"/>
                    </a:moveTo>
                    <a:cubicBezTo>
                      <a:pt x="46" y="516"/>
                      <a:pt x="145" y="24"/>
                      <a:pt x="274" y="12"/>
                    </a:cubicBezTo>
                    <a:cubicBezTo>
                      <a:pt x="403" y="0"/>
                      <a:pt x="646" y="445"/>
                      <a:pt x="773" y="545"/>
                    </a:cubicBezTo>
                    <a:cubicBezTo>
                      <a:pt x="900" y="645"/>
                      <a:pt x="980" y="600"/>
                      <a:pt x="1034" y="614"/>
                    </a:cubicBezTo>
                  </a:path>
                </a:pathLst>
              </a:custGeom>
              <a:noFill/>
              <a:ln w="19050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5397" name="Text Box 61"/>
              <p:cNvSpPr txBox="1">
                <a:spLocks noChangeArrowheads="1"/>
              </p:cNvSpPr>
              <p:nvPr/>
            </p:nvSpPr>
            <p:spPr bwMode="auto">
              <a:xfrm>
                <a:off x="3540" y="2524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15398" name="Text Box 62"/>
              <p:cNvSpPr txBox="1">
                <a:spLocks noChangeArrowheads="1"/>
              </p:cNvSpPr>
              <p:nvPr/>
            </p:nvSpPr>
            <p:spPr bwMode="auto">
              <a:xfrm>
                <a:off x="5016" y="2481"/>
                <a:ext cx="300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</p:grpSp>
        <p:graphicFrame>
          <p:nvGraphicFramePr>
            <p:cNvPr id="15390" name="Object 63"/>
            <p:cNvGraphicFramePr>
              <a:graphicFrameLocks noChangeAspect="1"/>
            </p:cNvGraphicFramePr>
            <p:nvPr/>
          </p:nvGraphicFramePr>
          <p:xfrm>
            <a:off x="3683" y="2502"/>
            <a:ext cx="172" cy="20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4" imgW="190500" imgH="228600" progId="Equation.DSMT4">
                    <p:embed/>
                  </p:oleObj>
                </mc:Choice>
                <mc:Fallback>
                  <p:oleObj name="Equation" r:id="rId24" imgW="190500" imgH="228600" progId="Equation.DSMT4">
                    <p:embed/>
                    <p:pic>
                      <p:nvPicPr>
                        <p:cNvPr id="15390" name="Object 6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683" y="2502"/>
                          <a:ext cx="172" cy="20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5391" name="Object 64"/>
            <p:cNvGraphicFramePr>
              <a:graphicFrameLocks noChangeAspect="1"/>
            </p:cNvGraphicFramePr>
            <p:nvPr/>
          </p:nvGraphicFramePr>
          <p:xfrm>
            <a:off x="4595" y="2502"/>
            <a:ext cx="160" cy="20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6" imgW="177646" imgH="228402" progId="Equation.DSMT4">
                    <p:embed/>
                  </p:oleObj>
                </mc:Choice>
                <mc:Fallback>
                  <p:oleObj name="Equation" r:id="rId26" imgW="177646" imgH="228402" progId="Equation.DSMT4">
                    <p:embed/>
                    <p:pic>
                      <p:nvPicPr>
                        <p:cNvPr id="15391" name="Object 6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595" y="2502"/>
                          <a:ext cx="160" cy="20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5392" name="Object 65"/>
            <p:cNvGraphicFramePr>
              <a:graphicFrameLocks noChangeAspect="1"/>
            </p:cNvGraphicFramePr>
            <p:nvPr/>
          </p:nvGraphicFramePr>
          <p:xfrm>
            <a:off x="4008" y="2064"/>
            <a:ext cx="309" cy="1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8" imgW="342603" imgH="177646" progId="Equation.DSMT4">
                    <p:embed/>
                  </p:oleObj>
                </mc:Choice>
                <mc:Fallback>
                  <p:oleObj name="Equation" r:id="rId28" imgW="342603" imgH="177646" progId="Equation.DSMT4">
                    <p:embed/>
                    <p:pic>
                      <p:nvPicPr>
                        <p:cNvPr id="15392" name="Object 6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08" y="2064"/>
                          <a:ext cx="309" cy="15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5393" name="Object 66"/>
            <p:cNvGraphicFramePr>
              <a:graphicFrameLocks noChangeAspect="1"/>
            </p:cNvGraphicFramePr>
            <p:nvPr/>
          </p:nvGraphicFramePr>
          <p:xfrm>
            <a:off x="4145" y="2838"/>
            <a:ext cx="1279" cy="20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0" imgW="1422400" imgH="228600" progId="Equation.DSMT4">
                    <p:embed/>
                  </p:oleObj>
                </mc:Choice>
                <mc:Fallback>
                  <p:oleObj name="Equation" r:id="rId30" imgW="1422400" imgH="228600" progId="Equation.DSMT4">
                    <p:embed/>
                    <p:pic>
                      <p:nvPicPr>
                        <p:cNvPr id="15393" name="Object 6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45" y="2838"/>
                          <a:ext cx="1279" cy="20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5372" name="Group 79"/>
          <p:cNvGrpSpPr>
            <a:grpSpLocks/>
          </p:cNvGrpSpPr>
          <p:nvPr/>
        </p:nvGrpSpPr>
        <p:grpSpPr bwMode="auto">
          <a:xfrm>
            <a:off x="1219200" y="665163"/>
            <a:ext cx="6656388" cy="661987"/>
            <a:chOff x="768" y="419"/>
            <a:chExt cx="4193" cy="417"/>
          </a:xfrm>
        </p:grpSpPr>
        <p:grpSp>
          <p:nvGrpSpPr>
            <p:cNvPr id="15382" name="Group 75"/>
            <p:cNvGrpSpPr>
              <a:grpSpLocks/>
            </p:cNvGrpSpPr>
            <p:nvPr/>
          </p:nvGrpSpPr>
          <p:grpSpPr bwMode="auto">
            <a:xfrm>
              <a:off x="4187" y="422"/>
              <a:ext cx="774" cy="414"/>
              <a:chOff x="4187" y="422"/>
              <a:chExt cx="774" cy="414"/>
            </a:xfrm>
          </p:grpSpPr>
          <p:graphicFrame>
            <p:nvGraphicFramePr>
              <p:cNvPr id="15384" name="Object 74"/>
              <p:cNvGraphicFramePr>
                <a:graphicFrameLocks noChangeAspect="1"/>
              </p:cNvGraphicFramePr>
              <p:nvPr/>
            </p:nvGraphicFramePr>
            <p:xfrm>
              <a:off x="4193" y="432"/>
              <a:ext cx="768" cy="40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32" imgW="457200" imgH="241300" progId="Equation.DSMT4">
                      <p:embed/>
                    </p:oleObj>
                  </mc:Choice>
                  <mc:Fallback>
                    <p:oleObj name="Equation" r:id="rId32" imgW="457200" imgH="241300" progId="Equation.DSMT4">
                      <p:embed/>
                      <p:pic>
                        <p:nvPicPr>
                          <p:cNvPr id="15384" name="Object 7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193" y="432"/>
                            <a:ext cx="768" cy="40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5385" name="Object 73"/>
              <p:cNvGraphicFramePr>
                <a:graphicFrameLocks noChangeAspect="1"/>
              </p:cNvGraphicFramePr>
              <p:nvPr/>
            </p:nvGraphicFramePr>
            <p:xfrm>
              <a:off x="4187" y="422"/>
              <a:ext cx="768" cy="40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34" imgW="457200" imgH="241300" progId="Equation.DSMT4">
                      <p:embed/>
                    </p:oleObj>
                  </mc:Choice>
                  <mc:Fallback>
                    <p:oleObj name="Equation" r:id="rId34" imgW="457200" imgH="241300" progId="Equation.DSMT4">
                      <p:embed/>
                      <p:pic>
                        <p:nvPicPr>
                          <p:cNvPr id="15385" name="Object 7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187" y="422"/>
                            <a:ext cx="768" cy="40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58797" name="Rectangle 77"/>
            <p:cNvSpPr>
              <a:spLocks noChangeArrowheads="1"/>
            </p:cNvSpPr>
            <p:nvPr/>
          </p:nvSpPr>
          <p:spPr bwMode="auto">
            <a:xfrm>
              <a:off x="768" y="419"/>
              <a:ext cx="3273" cy="36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pt-BR" sz="3200" dirty="0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Tahoma" panose="020B0604030504040204" pitchFamily="34" charset="0"/>
                  <a:cs typeface="+mn-cs"/>
                </a:rPr>
                <a:t>Intervalo de Confiança para</a:t>
              </a:r>
            </a:p>
          </p:txBody>
        </p:sp>
      </p:grpSp>
      <p:graphicFrame>
        <p:nvGraphicFramePr>
          <p:cNvPr id="158800" name="Object 80"/>
          <p:cNvGraphicFramePr>
            <a:graphicFrameLocks noChangeAspect="1"/>
          </p:cNvGraphicFramePr>
          <p:nvPr/>
        </p:nvGraphicFramePr>
        <p:xfrm>
          <a:off x="877888" y="4379913"/>
          <a:ext cx="2395537" cy="649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6" imgW="1676400" imgH="457200" progId="Equation.DSMT4">
                  <p:embed/>
                </p:oleObj>
              </mc:Choice>
              <mc:Fallback>
                <p:oleObj name="Equation" r:id="rId36" imgW="1676400" imgH="457200" progId="Equation.DSMT4">
                  <p:embed/>
                  <p:pic>
                    <p:nvPicPr>
                      <p:cNvPr id="158800" name="Object 8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77888" y="4379913"/>
                        <a:ext cx="2395537" cy="649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89"/>
          <p:cNvGrpSpPr>
            <a:grpSpLocks/>
          </p:cNvGrpSpPr>
          <p:nvPr/>
        </p:nvGrpSpPr>
        <p:grpSpPr bwMode="auto">
          <a:xfrm>
            <a:off x="1462088" y="6178550"/>
            <a:ext cx="1565275" cy="369888"/>
            <a:chOff x="921" y="3892"/>
            <a:chExt cx="986" cy="233"/>
          </a:xfrm>
        </p:grpSpPr>
        <p:sp>
          <p:nvSpPr>
            <p:cNvPr id="15380" name="Text Box 30"/>
            <p:cNvSpPr txBox="1">
              <a:spLocks noChangeArrowheads="1"/>
            </p:cNvSpPr>
            <p:nvPr/>
          </p:nvSpPr>
          <p:spPr bwMode="auto">
            <a:xfrm>
              <a:off x="921" y="3892"/>
              <a:ext cx="587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dirty="0">
                  <a:solidFill>
                    <a:srgbClr val="FF3300"/>
                  </a:solidFill>
                  <a:latin typeface="Tahoma" panose="020B0604030504040204" pitchFamily="34" charset="0"/>
                </a:rPr>
                <a:t>IC para</a:t>
              </a:r>
              <a:endParaRPr lang="pt-BR" altLang="pt-BR" sz="1800" baseline="-25000" dirty="0">
                <a:solidFill>
                  <a:srgbClr val="FF3300"/>
                </a:solidFill>
                <a:latin typeface="Times New Roman" charset="0"/>
              </a:endParaRPr>
            </a:p>
          </p:txBody>
        </p:sp>
        <p:graphicFrame>
          <p:nvGraphicFramePr>
            <p:cNvPr id="15381" name="Object 81"/>
            <p:cNvGraphicFramePr>
              <a:graphicFrameLocks noChangeAspect="1"/>
            </p:cNvGraphicFramePr>
            <p:nvPr/>
          </p:nvGraphicFramePr>
          <p:xfrm>
            <a:off x="1495" y="3902"/>
            <a:ext cx="412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8" imgW="457200" imgH="241300" progId="Equation.DSMT4">
                    <p:embed/>
                  </p:oleObj>
                </mc:Choice>
                <mc:Fallback>
                  <p:oleObj name="Equation" r:id="rId38" imgW="457200" imgH="241300" progId="Equation.DSMT4">
                    <p:embed/>
                    <p:pic>
                      <p:nvPicPr>
                        <p:cNvPr id="15381" name="Object 8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95" y="3902"/>
                          <a:ext cx="412" cy="21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58805" name="Text Box 85"/>
          <p:cNvSpPr txBox="1">
            <a:spLocks noChangeArrowheads="1"/>
          </p:cNvSpPr>
          <p:nvPr/>
        </p:nvSpPr>
        <p:spPr bwMode="auto">
          <a:xfrm>
            <a:off x="4632325" y="5149850"/>
            <a:ext cx="32543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 por exemplo, se </a:t>
            </a:r>
            <a:r>
              <a:rPr lang="pt-BR" altLang="pt-BR" sz="1600" dirty="0">
                <a:latin typeface="Times New Roman" charset="0"/>
              </a:rPr>
              <a:t>1 -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95%</a:t>
            </a:r>
            <a:endParaRPr lang="pt-BR" altLang="pt-BR" sz="1600" dirty="0">
              <a:latin typeface="Times New Roman" charset="0"/>
            </a:endParaRPr>
          </a:p>
        </p:txBody>
      </p:sp>
      <p:graphicFrame>
        <p:nvGraphicFramePr>
          <p:cNvPr id="158806" name="Object 86"/>
          <p:cNvGraphicFramePr>
            <a:graphicFrameLocks noChangeAspect="1"/>
          </p:cNvGraphicFramePr>
          <p:nvPr/>
        </p:nvGraphicFramePr>
        <p:xfrm>
          <a:off x="4751388" y="5638800"/>
          <a:ext cx="155892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0" imgW="1091726" imgH="241195" progId="Equation.DSMT4">
                  <p:embed/>
                </p:oleObj>
              </mc:Choice>
              <mc:Fallback>
                <p:oleObj name="Equation" r:id="rId40" imgW="1091726" imgH="241195" progId="Equation.DSMT4">
                  <p:embed/>
                  <p:pic>
                    <p:nvPicPr>
                      <p:cNvPr id="158806" name="Object 8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51388" y="5638800"/>
                        <a:ext cx="1558925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8807" name="Object 87"/>
          <p:cNvGraphicFramePr>
            <a:graphicFrameLocks noChangeAspect="1"/>
          </p:cNvGraphicFramePr>
          <p:nvPr/>
        </p:nvGraphicFramePr>
        <p:xfrm>
          <a:off x="4751388" y="6057900"/>
          <a:ext cx="1541462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2" imgW="1079032" imgH="241195" progId="Equation.DSMT4">
                  <p:embed/>
                </p:oleObj>
              </mc:Choice>
              <mc:Fallback>
                <p:oleObj name="Equation" r:id="rId42" imgW="1079032" imgH="241195" progId="Equation.DSMT4">
                  <p:embed/>
                  <p:pic>
                    <p:nvPicPr>
                      <p:cNvPr id="158807" name="Object 8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51388" y="6057900"/>
                        <a:ext cx="1541462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8808" name="Object 88"/>
          <p:cNvGraphicFramePr>
            <a:graphicFrameLocks noChangeAspect="1"/>
          </p:cNvGraphicFramePr>
          <p:nvPr/>
        </p:nvGraphicFramePr>
        <p:xfrm>
          <a:off x="6400800" y="5516563"/>
          <a:ext cx="1978025" cy="614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4" imgW="1384300" imgH="431800" progId="Equation.DSMT4">
                  <p:embed/>
                </p:oleObj>
              </mc:Choice>
              <mc:Fallback>
                <p:oleObj name="Equation" r:id="rId44" imgW="1384300" imgH="431800" progId="Equation.DSMT4">
                  <p:embed/>
                  <p:pic>
                    <p:nvPicPr>
                      <p:cNvPr id="158808" name="Object 8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00800" y="5516563"/>
                        <a:ext cx="1978025" cy="614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AE52D6-0EC7-40C7-9DB8-DE0D773DE476}" type="slidenum">
              <a:rPr lang="pt-BR"/>
              <a:pPr>
                <a:defRPr/>
              </a:pPr>
              <a:t>5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8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8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8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8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8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8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88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88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8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88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8749" grpId="0" animBg="1"/>
      <p:bldP spid="158805" grpId="0" autoUpdateAnimBg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ext Box 4"/>
          <p:cNvSpPr txBox="1">
            <a:spLocks noChangeArrowheads="1"/>
          </p:cNvSpPr>
          <p:nvPr/>
        </p:nvSpPr>
        <p:spPr bwMode="auto">
          <a:xfrm>
            <a:off x="250825" y="1512888"/>
            <a:ext cx="8664575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duas v.a. quaisquer têm distribuições desconhecidas com médias e variâncias também desconhecidas. Retira-se uma amostra de cada população e calcula-se a média e a variância para cada amostra. Construa um IC de </a:t>
            </a:r>
            <a:r>
              <a:rPr lang="pt-BR" altLang="pt-BR" sz="1600" dirty="0">
                <a:latin typeface="Times New Roman" charset="0"/>
              </a:rPr>
              <a:t>95%</a:t>
            </a:r>
            <a:r>
              <a:rPr lang="pt-BR" altLang="pt-BR" sz="1600" dirty="0">
                <a:latin typeface="Tahoma" panose="020B0604030504040204" pitchFamily="34" charset="0"/>
              </a:rPr>
              <a:t> para a razão entre variâncias e para a diferença entre médias supondo que</a:t>
            </a:r>
          </a:p>
        </p:txBody>
      </p:sp>
      <p:graphicFrame>
        <p:nvGraphicFramePr>
          <p:cNvPr id="16387" name="Object 5"/>
          <p:cNvGraphicFramePr>
            <a:graphicFrameLocks noChangeAspect="1"/>
          </p:cNvGraphicFramePr>
          <p:nvPr/>
        </p:nvGraphicFramePr>
        <p:xfrm>
          <a:off x="712788" y="2667000"/>
          <a:ext cx="2667000" cy="688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866900" imgH="482600" progId="Equation.DSMT4">
                  <p:embed/>
                </p:oleObj>
              </mc:Choice>
              <mc:Fallback>
                <p:oleObj name="Equation" r:id="rId2" imgW="1866900" imgH="482600" progId="Equation.DSMT4">
                  <p:embed/>
                  <p:pic>
                    <p:nvPicPr>
                      <p:cNvPr id="1638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2788" y="2667000"/>
                        <a:ext cx="2667000" cy="688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6388" name="Group 39"/>
          <p:cNvGrpSpPr>
            <a:grpSpLocks/>
          </p:cNvGrpSpPr>
          <p:nvPr/>
        </p:nvGrpSpPr>
        <p:grpSpPr bwMode="auto">
          <a:xfrm>
            <a:off x="2438400" y="646113"/>
            <a:ext cx="4352925" cy="657225"/>
            <a:chOff x="1488" y="3686"/>
            <a:chExt cx="2742" cy="414"/>
          </a:xfrm>
        </p:grpSpPr>
        <p:sp>
          <p:nvSpPr>
            <p:cNvPr id="161825" name="Rectangle 33"/>
            <p:cNvSpPr>
              <a:spLocks noChangeArrowheads="1"/>
            </p:cNvSpPr>
            <p:nvPr/>
          </p:nvSpPr>
          <p:spPr bwMode="auto">
            <a:xfrm>
              <a:off x="1488" y="3696"/>
              <a:ext cx="1993" cy="3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pt-BR" sz="3200" dirty="0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Tahoma" panose="020B0604030504040204" pitchFamily="34" charset="0"/>
                  <a:cs typeface="+mn-cs"/>
                </a:rPr>
                <a:t>IC para </a:t>
              </a:r>
              <a:r>
                <a:rPr lang="pt-BR" sz="3200" i="1" dirty="0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Tahoma" panose="020B0604030504040204" pitchFamily="34" charset="0"/>
                  <a:cs typeface="+mn-cs"/>
                  <a:sym typeface="Symbol" pitchFamily="18" charset="2"/>
                </a:rPr>
                <a:t></a:t>
              </a:r>
              <a:r>
                <a:rPr lang="pt-BR" sz="3200" baseline="-25000" dirty="0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Times New Roman" pitchFamily="18" charset="0"/>
                  <a:cs typeface="+mn-cs"/>
                  <a:sym typeface="Symbol" pitchFamily="18" charset="2"/>
                </a:rPr>
                <a:t>1</a:t>
              </a:r>
              <a:r>
                <a:rPr lang="pt-BR" sz="3200" dirty="0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Times New Roman" pitchFamily="18" charset="0"/>
                  <a:cs typeface="+mn-cs"/>
                  <a:sym typeface="Symbol" pitchFamily="18" charset="2"/>
                </a:rPr>
                <a:t> -</a:t>
              </a:r>
              <a:r>
                <a:rPr lang="pt-BR" sz="3200" i="1" dirty="0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Tahoma" panose="020B0604030504040204" pitchFamily="34" charset="0"/>
                  <a:cs typeface="+mn-cs"/>
                  <a:sym typeface="Symbol" pitchFamily="18" charset="2"/>
                </a:rPr>
                <a:t> </a:t>
              </a:r>
              <a:r>
                <a:rPr lang="pt-BR" sz="3200" baseline="-25000" dirty="0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Times New Roman" pitchFamily="18" charset="0"/>
                  <a:cs typeface="+mn-cs"/>
                  <a:sym typeface="Symbol" pitchFamily="18" charset="2"/>
                </a:rPr>
                <a:t>2</a:t>
              </a:r>
              <a:r>
                <a:rPr lang="pt-BR" sz="3200" dirty="0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Tahoma" panose="020B0604030504040204" pitchFamily="34" charset="0"/>
                  <a:cs typeface="+mn-cs"/>
                  <a:sym typeface="Symbol" pitchFamily="18" charset="2"/>
                </a:rPr>
                <a:t> e</a:t>
              </a:r>
            </a:p>
          </p:txBody>
        </p:sp>
        <p:grpSp>
          <p:nvGrpSpPr>
            <p:cNvPr id="16425" name="Group 35"/>
            <p:cNvGrpSpPr>
              <a:grpSpLocks/>
            </p:cNvGrpSpPr>
            <p:nvPr/>
          </p:nvGrpSpPr>
          <p:grpSpPr bwMode="auto">
            <a:xfrm>
              <a:off x="3456" y="3686"/>
              <a:ext cx="774" cy="414"/>
              <a:chOff x="4187" y="422"/>
              <a:chExt cx="774" cy="414"/>
            </a:xfrm>
          </p:grpSpPr>
          <p:graphicFrame>
            <p:nvGraphicFramePr>
              <p:cNvPr id="16426" name="Object 36"/>
              <p:cNvGraphicFramePr>
                <a:graphicFrameLocks noChangeAspect="1"/>
              </p:cNvGraphicFramePr>
              <p:nvPr/>
            </p:nvGraphicFramePr>
            <p:xfrm>
              <a:off x="4193" y="432"/>
              <a:ext cx="768" cy="40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457200" imgH="241300" progId="Equation.DSMT4">
                      <p:embed/>
                    </p:oleObj>
                  </mc:Choice>
                  <mc:Fallback>
                    <p:oleObj name="Equation" r:id="rId4" imgW="457200" imgH="241300" progId="Equation.DSMT4">
                      <p:embed/>
                      <p:pic>
                        <p:nvPicPr>
                          <p:cNvPr id="16426" name="Object 3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193" y="432"/>
                            <a:ext cx="768" cy="40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6427" name="Object 37"/>
              <p:cNvGraphicFramePr>
                <a:graphicFrameLocks noChangeAspect="1"/>
              </p:cNvGraphicFramePr>
              <p:nvPr/>
            </p:nvGraphicFramePr>
            <p:xfrm>
              <a:off x="4187" y="422"/>
              <a:ext cx="768" cy="40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6" imgW="457200" imgH="241300" progId="Equation.DSMT4">
                      <p:embed/>
                    </p:oleObj>
                  </mc:Choice>
                  <mc:Fallback>
                    <p:oleObj name="Equation" r:id="rId6" imgW="457200" imgH="241300" progId="Equation.DSMT4">
                      <p:embed/>
                      <p:pic>
                        <p:nvPicPr>
                          <p:cNvPr id="16427" name="Object 3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187" y="422"/>
                            <a:ext cx="768" cy="40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</p:grpSp>
      <p:grpSp>
        <p:nvGrpSpPr>
          <p:cNvPr id="4" name="Group 45"/>
          <p:cNvGrpSpPr>
            <a:grpSpLocks/>
          </p:cNvGrpSpPr>
          <p:nvPr/>
        </p:nvGrpSpPr>
        <p:grpSpPr bwMode="auto">
          <a:xfrm>
            <a:off x="658813" y="3529013"/>
            <a:ext cx="1492250" cy="342900"/>
            <a:chOff x="480" y="2223"/>
            <a:chExt cx="940" cy="216"/>
          </a:xfrm>
        </p:grpSpPr>
        <p:sp>
          <p:nvSpPr>
            <p:cNvPr id="16422" name="Text Box 43"/>
            <p:cNvSpPr txBox="1">
              <a:spLocks noChangeArrowheads="1"/>
            </p:cNvSpPr>
            <p:nvPr/>
          </p:nvSpPr>
          <p:spPr bwMode="auto">
            <a:xfrm>
              <a:off x="480" y="2223"/>
              <a:ext cx="534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IC para</a:t>
              </a:r>
              <a:endParaRPr lang="pt-BR" altLang="pt-BR" sz="1600" baseline="-25000" dirty="0">
                <a:latin typeface="Times New Roman" charset="0"/>
              </a:endParaRPr>
            </a:p>
          </p:txBody>
        </p:sp>
        <p:graphicFrame>
          <p:nvGraphicFramePr>
            <p:cNvPr id="16423" name="Object 44"/>
            <p:cNvGraphicFramePr>
              <a:graphicFrameLocks noChangeAspect="1"/>
            </p:cNvGraphicFramePr>
            <p:nvPr/>
          </p:nvGraphicFramePr>
          <p:xfrm>
            <a:off x="1008" y="2223"/>
            <a:ext cx="412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457200" imgH="241300" progId="Equation.DSMT4">
                    <p:embed/>
                  </p:oleObj>
                </mc:Choice>
                <mc:Fallback>
                  <p:oleObj name="Equation" r:id="rId8" imgW="457200" imgH="241300" progId="Equation.DSMT4">
                    <p:embed/>
                    <p:pic>
                      <p:nvPicPr>
                        <p:cNvPr id="16423" name="Object 4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08" y="2223"/>
                          <a:ext cx="412" cy="21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61838" name="Object 46"/>
          <p:cNvGraphicFramePr>
            <a:graphicFrameLocks noChangeAspect="1"/>
          </p:cNvGraphicFramePr>
          <p:nvPr/>
        </p:nvGraphicFramePr>
        <p:xfrm>
          <a:off x="731838" y="3962400"/>
          <a:ext cx="2684462" cy="649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879600" imgH="457200" progId="Equation.DSMT4">
                  <p:embed/>
                </p:oleObj>
              </mc:Choice>
              <mc:Fallback>
                <p:oleObj name="Equation" r:id="rId10" imgW="1879600" imgH="457200" progId="Equation.DSMT4">
                  <p:embed/>
                  <p:pic>
                    <p:nvPicPr>
                      <p:cNvPr id="161838" name="Object 4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1838" y="3962400"/>
                        <a:ext cx="2684462" cy="649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oup 78"/>
          <p:cNvGrpSpPr>
            <a:grpSpLocks/>
          </p:cNvGrpSpPr>
          <p:nvPr/>
        </p:nvGrpSpPr>
        <p:grpSpPr bwMode="auto">
          <a:xfrm>
            <a:off x="5256213" y="3276600"/>
            <a:ext cx="3306762" cy="2286000"/>
            <a:chOff x="3311" y="2064"/>
            <a:chExt cx="2083" cy="1440"/>
          </a:xfrm>
        </p:grpSpPr>
        <p:sp>
          <p:nvSpPr>
            <p:cNvPr id="16407" name="Line 49"/>
            <p:cNvSpPr>
              <a:spLocks noChangeShapeType="1"/>
            </p:cNvSpPr>
            <p:nvPr/>
          </p:nvSpPr>
          <p:spPr bwMode="auto">
            <a:xfrm flipV="1">
              <a:off x="4824" y="2918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6408" name="Object 50"/>
            <p:cNvGraphicFramePr>
              <a:graphicFrameLocks noChangeAspect="1"/>
            </p:cNvGraphicFramePr>
            <p:nvPr/>
          </p:nvGraphicFramePr>
          <p:xfrm>
            <a:off x="4952" y="2779"/>
            <a:ext cx="354" cy="17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393529" imgH="190417" progId="Equation.DSMT4">
                    <p:embed/>
                  </p:oleObj>
                </mc:Choice>
                <mc:Fallback>
                  <p:oleObj name="Equation" r:id="rId12" imgW="393529" imgH="190417" progId="Equation.DSMT4">
                    <p:embed/>
                    <p:pic>
                      <p:nvPicPr>
                        <p:cNvPr id="16408" name="Object 5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52" y="2779"/>
                          <a:ext cx="354" cy="17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409" name="Line 52"/>
            <p:cNvSpPr>
              <a:spLocks noChangeShapeType="1"/>
            </p:cNvSpPr>
            <p:nvPr/>
          </p:nvSpPr>
          <p:spPr bwMode="auto">
            <a:xfrm flipH="1" flipV="1">
              <a:off x="3567" y="2918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6410" name="Object 53"/>
            <p:cNvGraphicFramePr>
              <a:graphicFrameLocks noChangeAspect="1"/>
            </p:cNvGraphicFramePr>
            <p:nvPr/>
          </p:nvGraphicFramePr>
          <p:xfrm>
            <a:off x="3311" y="2779"/>
            <a:ext cx="355" cy="17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393529" imgH="190417" progId="Equation.DSMT4">
                    <p:embed/>
                  </p:oleObj>
                </mc:Choice>
                <mc:Fallback>
                  <p:oleObj name="Equation" r:id="rId14" imgW="393529" imgH="190417" progId="Equation.DSMT4">
                    <p:embed/>
                    <p:pic>
                      <p:nvPicPr>
                        <p:cNvPr id="16410" name="Object 5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11" y="2779"/>
                          <a:ext cx="355" cy="17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411" name="Freeform 54"/>
            <p:cNvSpPr>
              <a:spLocks/>
            </p:cNvSpPr>
            <p:nvPr/>
          </p:nvSpPr>
          <p:spPr bwMode="auto">
            <a:xfrm>
              <a:off x="3818" y="2312"/>
              <a:ext cx="903" cy="956"/>
            </a:xfrm>
            <a:custGeom>
              <a:avLst/>
              <a:gdLst>
                <a:gd name="T0" fmla="*/ 0 w 581"/>
                <a:gd name="T1" fmla="*/ 3298903 h 608"/>
                <a:gd name="T2" fmla="*/ 0 w 581"/>
                <a:gd name="T3" fmla="*/ 1656323 h 608"/>
                <a:gd name="T4" fmla="*/ 104740 w 581"/>
                <a:gd name="T5" fmla="*/ 1290462 h 608"/>
                <a:gd name="T6" fmla="*/ 217963 w 581"/>
                <a:gd name="T7" fmla="*/ 928976 h 608"/>
                <a:gd name="T8" fmla="*/ 305147 w 581"/>
                <a:gd name="T9" fmla="*/ 641069 h 608"/>
                <a:gd name="T10" fmla="*/ 448409 w 581"/>
                <a:gd name="T11" fmla="*/ 368764 h 608"/>
                <a:gd name="T12" fmla="*/ 551728 w 581"/>
                <a:gd name="T13" fmla="*/ 173289 h 608"/>
                <a:gd name="T14" fmla="*/ 721974 w 581"/>
                <a:gd name="T15" fmla="*/ 27609 h 608"/>
                <a:gd name="T16" fmla="*/ 864246 w 581"/>
                <a:gd name="T17" fmla="*/ 0 h 608"/>
                <a:gd name="T18" fmla="*/ 1014601 w 581"/>
                <a:gd name="T19" fmla="*/ 107330 h 608"/>
                <a:gd name="T20" fmla="*/ 1171012 w 581"/>
                <a:gd name="T21" fmla="*/ 248505 h 608"/>
                <a:gd name="T22" fmla="*/ 1349290 w 581"/>
                <a:gd name="T23" fmla="*/ 434162 h 608"/>
                <a:gd name="T24" fmla="*/ 1546478 w 581"/>
                <a:gd name="T25" fmla="*/ 731752 h 608"/>
                <a:gd name="T26" fmla="*/ 1743993 w 581"/>
                <a:gd name="T27" fmla="*/ 1020148 h 608"/>
                <a:gd name="T28" fmla="*/ 1931136 w 581"/>
                <a:gd name="T29" fmla="*/ 1346249 h 608"/>
                <a:gd name="T30" fmla="*/ 2172444 w 581"/>
                <a:gd name="T31" fmla="*/ 1736972 h 608"/>
                <a:gd name="T32" fmla="*/ 2424760 w 581"/>
                <a:gd name="T33" fmla="*/ 2139484 h 608"/>
                <a:gd name="T34" fmla="*/ 2528582 w 581"/>
                <a:gd name="T35" fmla="*/ 2332480 h 608"/>
                <a:gd name="T36" fmla="*/ 2528582 w 581"/>
                <a:gd name="T37" fmla="*/ 3298903 h 608"/>
                <a:gd name="T38" fmla="*/ 0 w 581"/>
                <a:gd name="T39" fmla="*/ 3298903 h 608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w 581"/>
                <a:gd name="T61" fmla="*/ 0 h 608"/>
                <a:gd name="T62" fmla="*/ 581 w 581"/>
                <a:gd name="T63" fmla="*/ 608 h 608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T60" t="T61" r="T62" b="T63"/>
              <a:pathLst>
                <a:path w="581" h="608">
                  <a:moveTo>
                    <a:pt x="0" y="608"/>
                  </a:moveTo>
                  <a:lnTo>
                    <a:pt x="0" y="305"/>
                  </a:lnTo>
                  <a:lnTo>
                    <a:pt x="24" y="238"/>
                  </a:lnTo>
                  <a:lnTo>
                    <a:pt x="50" y="171"/>
                  </a:lnTo>
                  <a:lnTo>
                    <a:pt x="70" y="118"/>
                  </a:lnTo>
                  <a:lnTo>
                    <a:pt x="103" y="68"/>
                  </a:lnTo>
                  <a:lnTo>
                    <a:pt x="127" y="32"/>
                  </a:lnTo>
                  <a:lnTo>
                    <a:pt x="166" y="5"/>
                  </a:lnTo>
                  <a:lnTo>
                    <a:pt x="199" y="0"/>
                  </a:lnTo>
                  <a:lnTo>
                    <a:pt x="233" y="20"/>
                  </a:lnTo>
                  <a:lnTo>
                    <a:pt x="269" y="46"/>
                  </a:lnTo>
                  <a:lnTo>
                    <a:pt x="310" y="80"/>
                  </a:lnTo>
                  <a:lnTo>
                    <a:pt x="355" y="135"/>
                  </a:lnTo>
                  <a:lnTo>
                    <a:pt x="401" y="188"/>
                  </a:lnTo>
                  <a:lnTo>
                    <a:pt x="444" y="248"/>
                  </a:lnTo>
                  <a:lnTo>
                    <a:pt x="499" y="320"/>
                  </a:lnTo>
                  <a:lnTo>
                    <a:pt x="557" y="394"/>
                  </a:lnTo>
                  <a:lnTo>
                    <a:pt x="581" y="430"/>
                  </a:lnTo>
                  <a:lnTo>
                    <a:pt x="581" y="608"/>
                  </a:lnTo>
                  <a:lnTo>
                    <a:pt x="0" y="608"/>
                  </a:lnTo>
                  <a:close/>
                </a:path>
              </a:pathLst>
            </a:custGeom>
            <a:solidFill>
              <a:schemeClr val="folHlink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16412" name="Group 77"/>
            <p:cNvGrpSpPr>
              <a:grpSpLocks/>
            </p:cNvGrpSpPr>
            <p:nvPr/>
          </p:nvGrpSpPr>
          <p:grpSpPr bwMode="auto">
            <a:xfrm>
              <a:off x="4490" y="2095"/>
              <a:ext cx="487" cy="309"/>
              <a:chOff x="4490" y="2095"/>
              <a:chExt cx="487" cy="309"/>
            </a:xfrm>
          </p:grpSpPr>
          <p:sp>
            <p:nvSpPr>
              <p:cNvPr id="16420" name="Line 57"/>
              <p:cNvSpPr>
                <a:spLocks noChangeShapeType="1"/>
              </p:cNvSpPr>
              <p:nvPr/>
            </p:nvSpPr>
            <p:spPr bwMode="auto">
              <a:xfrm flipH="1">
                <a:off x="4490" y="2260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6421" name="Object 58"/>
              <p:cNvGraphicFramePr>
                <a:graphicFrameLocks noChangeAspect="1"/>
              </p:cNvGraphicFramePr>
              <p:nvPr/>
            </p:nvGraphicFramePr>
            <p:xfrm>
              <a:off x="4669" y="2095"/>
              <a:ext cx="308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5" imgW="342751" imgH="241195" progId="Equation.DSMT4">
                      <p:embed/>
                    </p:oleObj>
                  </mc:Choice>
                  <mc:Fallback>
                    <p:oleObj name="Equation" r:id="rId15" imgW="342751" imgH="241195" progId="Equation.DSMT4">
                      <p:embed/>
                      <p:pic>
                        <p:nvPicPr>
                          <p:cNvPr id="16421" name="Object 5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669" y="2095"/>
                            <a:ext cx="308" cy="216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6413" name="Freeform 59"/>
            <p:cNvSpPr>
              <a:spLocks/>
            </p:cNvSpPr>
            <p:nvPr/>
          </p:nvSpPr>
          <p:spPr bwMode="auto">
            <a:xfrm>
              <a:off x="3678" y="2064"/>
              <a:ext cx="1716" cy="1207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4129584 h 768"/>
                <a:gd name="T4" fmla="*/ 4812262 w 1104"/>
                <a:gd name="T5" fmla="*/ 4129584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6414" name="Freeform 60"/>
            <p:cNvSpPr>
              <a:spLocks/>
            </p:cNvSpPr>
            <p:nvPr/>
          </p:nvSpPr>
          <p:spPr bwMode="auto">
            <a:xfrm>
              <a:off x="3672" y="2298"/>
              <a:ext cx="1607" cy="1014"/>
            </a:xfrm>
            <a:custGeom>
              <a:avLst/>
              <a:gdLst>
                <a:gd name="T0" fmla="*/ 0 w 1034"/>
                <a:gd name="T1" fmla="*/ 3336634 h 645"/>
                <a:gd name="T2" fmla="*/ 1191903 w 1034"/>
                <a:gd name="T3" fmla="*/ 65173 h 645"/>
                <a:gd name="T4" fmla="*/ 3361832 w 1034"/>
                <a:gd name="T5" fmla="*/ 2948523 h 645"/>
                <a:gd name="T6" fmla="*/ 4497356 w 1034"/>
                <a:gd name="T7" fmla="*/ 3319849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6415" name="Text Box 61"/>
            <p:cNvSpPr txBox="1">
              <a:spLocks noChangeArrowheads="1"/>
            </p:cNvSpPr>
            <p:nvPr/>
          </p:nvSpPr>
          <p:spPr bwMode="auto">
            <a:xfrm>
              <a:off x="3588" y="3292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6416" name="Text Box 62"/>
            <p:cNvSpPr txBox="1">
              <a:spLocks noChangeArrowheads="1"/>
            </p:cNvSpPr>
            <p:nvPr/>
          </p:nvSpPr>
          <p:spPr bwMode="auto">
            <a:xfrm>
              <a:off x="5064" y="3249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graphicFrame>
          <p:nvGraphicFramePr>
            <p:cNvPr id="16417" name="Object 63"/>
            <p:cNvGraphicFramePr>
              <a:graphicFrameLocks noChangeAspect="1"/>
            </p:cNvGraphicFramePr>
            <p:nvPr/>
          </p:nvGraphicFramePr>
          <p:xfrm>
            <a:off x="3731" y="3270"/>
            <a:ext cx="172" cy="20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190500" imgH="228600" progId="Equation.DSMT4">
                    <p:embed/>
                  </p:oleObj>
                </mc:Choice>
                <mc:Fallback>
                  <p:oleObj name="Equation" r:id="rId17" imgW="190500" imgH="228600" progId="Equation.DSMT4">
                    <p:embed/>
                    <p:pic>
                      <p:nvPicPr>
                        <p:cNvPr id="16417" name="Object 6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31" y="3270"/>
                          <a:ext cx="172" cy="20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6418" name="Object 64"/>
            <p:cNvGraphicFramePr>
              <a:graphicFrameLocks noChangeAspect="1"/>
            </p:cNvGraphicFramePr>
            <p:nvPr/>
          </p:nvGraphicFramePr>
          <p:xfrm>
            <a:off x="4643" y="3270"/>
            <a:ext cx="160" cy="20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9" imgW="177646" imgH="228402" progId="Equation.DSMT4">
                    <p:embed/>
                  </p:oleObj>
                </mc:Choice>
                <mc:Fallback>
                  <p:oleObj name="Equation" r:id="rId19" imgW="177646" imgH="228402" progId="Equation.DSMT4">
                    <p:embed/>
                    <p:pic>
                      <p:nvPicPr>
                        <p:cNvPr id="16418" name="Object 6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43" y="3270"/>
                          <a:ext cx="160" cy="20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6419" name="Object 65"/>
            <p:cNvGraphicFramePr>
              <a:graphicFrameLocks noChangeAspect="1"/>
            </p:cNvGraphicFramePr>
            <p:nvPr/>
          </p:nvGraphicFramePr>
          <p:xfrm>
            <a:off x="4067" y="2826"/>
            <a:ext cx="286" cy="17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1" imgW="317225" imgH="190335" progId="Equation.DSMT4">
                    <p:embed/>
                  </p:oleObj>
                </mc:Choice>
                <mc:Fallback>
                  <p:oleObj name="Equation" r:id="rId21" imgW="317225" imgH="190335" progId="Equation.DSMT4">
                    <p:embed/>
                    <p:pic>
                      <p:nvPicPr>
                        <p:cNvPr id="16419" name="Object 6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67" y="2826"/>
                          <a:ext cx="286" cy="17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7" name="Group 75"/>
          <p:cNvGrpSpPr>
            <a:grpSpLocks/>
          </p:cNvGrpSpPr>
          <p:nvPr/>
        </p:nvGrpSpPr>
        <p:grpSpPr bwMode="auto">
          <a:xfrm>
            <a:off x="5891213" y="5465763"/>
            <a:ext cx="1751012" cy="706437"/>
            <a:chOff x="3696" y="3443"/>
            <a:chExt cx="1103" cy="445"/>
          </a:xfrm>
        </p:grpSpPr>
        <p:grpSp>
          <p:nvGrpSpPr>
            <p:cNvPr id="16401" name="Group 69"/>
            <p:cNvGrpSpPr>
              <a:grpSpLocks/>
            </p:cNvGrpSpPr>
            <p:nvPr/>
          </p:nvGrpSpPr>
          <p:grpSpPr bwMode="auto">
            <a:xfrm>
              <a:off x="4616" y="3443"/>
              <a:ext cx="183" cy="445"/>
              <a:chOff x="4616" y="3120"/>
              <a:chExt cx="183" cy="445"/>
            </a:xfrm>
          </p:grpSpPr>
          <p:sp>
            <p:nvSpPr>
              <p:cNvPr id="16405" name="Line 70"/>
              <p:cNvSpPr>
                <a:spLocks noChangeShapeType="1"/>
              </p:cNvSpPr>
              <p:nvPr/>
            </p:nvSpPr>
            <p:spPr bwMode="auto">
              <a:xfrm flipV="1">
                <a:off x="4704" y="3120"/>
                <a:ext cx="0" cy="240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6" name="Text Box 71"/>
              <p:cNvSpPr txBox="1">
                <a:spLocks noChangeArrowheads="1"/>
              </p:cNvSpPr>
              <p:nvPr/>
            </p:nvSpPr>
            <p:spPr bwMode="auto">
              <a:xfrm>
                <a:off x="4616" y="3353"/>
                <a:ext cx="183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solidFill>
                      <a:srgbClr val="FF3300"/>
                    </a:solidFill>
                    <a:latin typeface="Tahoma" panose="020B0604030504040204" pitchFamily="34" charset="0"/>
                  </a:rPr>
                  <a:t>?</a:t>
                </a:r>
              </a:p>
            </p:txBody>
          </p:sp>
        </p:grpSp>
        <p:grpSp>
          <p:nvGrpSpPr>
            <p:cNvPr id="16402" name="Group 72"/>
            <p:cNvGrpSpPr>
              <a:grpSpLocks/>
            </p:cNvGrpSpPr>
            <p:nvPr/>
          </p:nvGrpSpPr>
          <p:grpSpPr bwMode="auto">
            <a:xfrm>
              <a:off x="3696" y="3443"/>
              <a:ext cx="183" cy="445"/>
              <a:chOff x="4616" y="3120"/>
              <a:chExt cx="183" cy="445"/>
            </a:xfrm>
          </p:grpSpPr>
          <p:sp>
            <p:nvSpPr>
              <p:cNvPr id="16403" name="Line 73"/>
              <p:cNvSpPr>
                <a:spLocks noChangeShapeType="1"/>
              </p:cNvSpPr>
              <p:nvPr/>
            </p:nvSpPr>
            <p:spPr bwMode="auto">
              <a:xfrm flipV="1">
                <a:off x="4704" y="3120"/>
                <a:ext cx="0" cy="240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4" name="Text Box 74"/>
              <p:cNvSpPr txBox="1">
                <a:spLocks noChangeArrowheads="1"/>
              </p:cNvSpPr>
              <p:nvPr/>
            </p:nvSpPr>
            <p:spPr bwMode="auto">
              <a:xfrm>
                <a:off x="4616" y="3353"/>
                <a:ext cx="183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solidFill>
                      <a:srgbClr val="FF3300"/>
                    </a:solidFill>
                    <a:latin typeface="Tahoma" panose="020B0604030504040204" pitchFamily="34" charset="0"/>
                  </a:rPr>
                  <a:t>?</a:t>
                </a:r>
              </a:p>
            </p:txBody>
          </p:sp>
        </p:grpSp>
      </p:grpSp>
      <p:graphicFrame>
        <p:nvGraphicFramePr>
          <p:cNvPr id="161873" name="Object 81"/>
          <p:cNvGraphicFramePr>
            <a:graphicFrameLocks noChangeAspect="1"/>
          </p:cNvGraphicFramePr>
          <p:nvPr/>
        </p:nvGraphicFramePr>
        <p:xfrm>
          <a:off x="5799138" y="5867400"/>
          <a:ext cx="490537" cy="595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3" imgW="342751" imgH="418918" progId="Equation.DSMT4">
                  <p:embed/>
                </p:oleObj>
              </mc:Choice>
              <mc:Fallback>
                <p:oleObj name="Equation" r:id="rId23" imgW="342751" imgH="418918" progId="Equation.DSMT4">
                  <p:embed/>
                  <p:pic>
                    <p:nvPicPr>
                      <p:cNvPr id="161873" name="Object 8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9138" y="5867400"/>
                        <a:ext cx="490537" cy="5953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1874" name="Object 82"/>
          <p:cNvGraphicFramePr>
            <a:graphicFrameLocks noChangeAspect="1"/>
          </p:cNvGraphicFramePr>
          <p:nvPr/>
        </p:nvGraphicFramePr>
        <p:xfrm>
          <a:off x="7283450" y="5902325"/>
          <a:ext cx="436563" cy="269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5" imgW="304668" imgH="190417" progId="Equation.DSMT4">
                  <p:embed/>
                </p:oleObj>
              </mc:Choice>
              <mc:Fallback>
                <p:oleObj name="Equation" r:id="rId25" imgW="304668" imgH="190417" progId="Equation.DSMT4">
                  <p:embed/>
                  <p:pic>
                    <p:nvPicPr>
                      <p:cNvPr id="161874" name="Object 8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83450" y="5902325"/>
                        <a:ext cx="436563" cy="2698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1875" name="Object 83"/>
          <p:cNvGraphicFramePr>
            <a:graphicFrameLocks noChangeAspect="1"/>
          </p:cNvGraphicFramePr>
          <p:nvPr/>
        </p:nvGraphicFramePr>
        <p:xfrm>
          <a:off x="704850" y="4724400"/>
          <a:ext cx="3409950" cy="649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7" imgW="2387600" imgH="457200" progId="Equation.DSMT4">
                  <p:embed/>
                </p:oleObj>
              </mc:Choice>
              <mc:Fallback>
                <p:oleObj name="Equation" r:id="rId27" imgW="2387600" imgH="457200" progId="Equation.DSMT4">
                  <p:embed/>
                  <p:pic>
                    <p:nvPicPr>
                      <p:cNvPr id="161875" name="Object 8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4850" y="4724400"/>
                        <a:ext cx="3409950" cy="649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1876" name="Object 84"/>
          <p:cNvGraphicFramePr>
            <a:graphicFrameLocks noChangeAspect="1"/>
          </p:cNvGraphicFramePr>
          <p:nvPr/>
        </p:nvGraphicFramePr>
        <p:xfrm>
          <a:off x="685800" y="5446713"/>
          <a:ext cx="2703513" cy="649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9" imgW="1892300" imgH="457200" progId="Equation.DSMT4">
                  <p:embed/>
                </p:oleObj>
              </mc:Choice>
              <mc:Fallback>
                <p:oleObj name="Equation" r:id="rId29" imgW="1892300" imgH="457200" progId="Equation.DSMT4">
                  <p:embed/>
                  <p:pic>
                    <p:nvPicPr>
                      <p:cNvPr id="161876" name="Object 8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800" y="5446713"/>
                        <a:ext cx="2703513" cy="649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1877" name="Rectangle 85"/>
          <p:cNvSpPr>
            <a:spLocks noChangeArrowheads="1"/>
          </p:cNvSpPr>
          <p:nvPr/>
        </p:nvSpPr>
        <p:spPr bwMode="auto">
          <a:xfrm>
            <a:off x="609600" y="5410200"/>
            <a:ext cx="2819400" cy="685800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61878" name="Text Box 86"/>
          <p:cNvSpPr txBox="1">
            <a:spLocks noChangeArrowheads="1"/>
          </p:cNvSpPr>
          <p:nvPr/>
        </p:nvSpPr>
        <p:spPr bwMode="auto">
          <a:xfrm>
            <a:off x="622300" y="6119813"/>
            <a:ext cx="3649663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As variâncias podem ser iguais?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R: não há razão para discordar disso.</a:t>
            </a:r>
          </a:p>
        </p:txBody>
      </p:sp>
      <p:sp>
        <p:nvSpPr>
          <p:cNvPr id="161879" name="Text Box 87"/>
          <p:cNvSpPr txBox="1">
            <a:spLocks noChangeArrowheads="1"/>
          </p:cNvSpPr>
          <p:nvPr/>
        </p:nvSpPr>
        <p:spPr bwMode="auto">
          <a:xfrm>
            <a:off x="4191000" y="6337300"/>
            <a:ext cx="477837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 pode-se fazer o IC para </a:t>
            </a:r>
            <a:r>
              <a:rPr lang="pt-BR" altLang="pt-BR" sz="1600" i="1" dirty="0">
                <a:latin typeface="Symbol" pitchFamily="18" charset="2"/>
              </a:rPr>
              <a:t>m</a:t>
            </a:r>
            <a:r>
              <a:rPr lang="pt-BR" altLang="pt-BR" sz="1600" baseline="-25000" dirty="0">
                <a:latin typeface="Times New Roman" charset="0"/>
              </a:rPr>
              <a:t>1</a:t>
            </a:r>
            <a:r>
              <a:rPr lang="pt-BR" altLang="pt-BR" sz="1600" i="1" dirty="0">
                <a:latin typeface="Times New Roman" charset="0"/>
              </a:rPr>
              <a:t> - </a:t>
            </a:r>
            <a:r>
              <a:rPr lang="pt-BR" altLang="pt-BR" sz="1600" i="1" dirty="0">
                <a:latin typeface="Symbol" pitchFamily="18" charset="2"/>
              </a:rPr>
              <a:t>m</a:t>
            </a:r>
            <a:r>
              <a:rPr lang="pt-BR" altLang="pt-BR" sz="1600" baseline="-25000" dirty="0">
                <a:latin typeface="Times New Roman" charset="0"/>
              </a:rPr>
              <a:t>2</a:t>
            </a:r>
            <a:r>
              <a:rPr lang="pt-BR" altLang="pt-BR" sz="1600" dirty="0">
                <a:latin typeface="Times New Roman" charset="0"/>
              </a:rPr>
              <a:t> (</a:t>
            </a:r>
            <a:r>
              <a:rPr lang="pt-BR" altLang="pt-BR" sz="1600" dirty="0" err="1">
                <a:latin typeface="Times New Roman" charset="0"/>
              </a:rPr>
              <a:t>homocedástico</a:t>
            </a:r>
            <a:r>
              <a:rPr lang="pt-BR" altLang="pt-BR" sz="1600" dirty="0">
                <a:latin typeface="Times New Roman" charset="0"/>
              </a:rPr>
              <a:t>)</a:t>
            </a:r>
            <a:r>
              <a:rPr lang="pt-BR" altLang="pt-BR" sz="1800" dirty="0">
                <a:solidFill>
                  <a:srgbClr val="FF3300"/>
                </a:solidFill>
                <a:latin typeface="Times New Roman" charset="0"/>
              </a:rPr>
              <a:t> 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C22AAEE-9535-47A0-A9CE-A71D5AA15A8A}" type="slidenum">
              <a:rPr lang="pt-BR"/>
              <a:pPr>
                <a:defRPr/>
              </a:pPr>
              <a:t>6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18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1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1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1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1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1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18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 nodeType="clickPar">
                      <p:stCondLst>
                        <p:cond delay="indefinite"/>
                      </p:stCondLst>
                      <p:childTnLst>
                        <p:par>
                          <p:cTn id="4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18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 nodeType="clickPar">
                      <p:stCondLst>
                        <p:cond delay="indefinite"/>
                      </p:stCondLst>
                      <p:childTnLst>
                        <p:par>
                          <p:cTn id="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1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1877" grpId="0" animBg="1"/>
      <p:bldP spid="161878" grpId="0" build="p" autoUpdateAnimBg="0"/>
      <p:bldP spid="161879" grpId="0" autoUpdateAnimBg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ext Box 2"/>
          <p:cNvSpPr txBox="1">
            <a:spLocks noChangeArrowheads="1"/>
          </p:cNvSpPr>
          <p:nvPr/>
        </p:nvSpPr>
        <p:spPr bwMode="auto">
          <a:xfrm>
            <a:off x="250825" y="1512888"/>
            <a:ext cx="8664575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duas v.a. quaisquer têm distribuições desconhecidas com médias e variâncias também desconhecidas. Retira-se uma amostra de cada população e calcula-se a média e a variância para cada amostra. Construa um IC de </a:t>
            </a:r>
            <a:r>
              <a:rPr lang="pt-BR" altLang="pt-BR" sz="1600" dirty="0">
                <a:latin typeface="Times New Roman" charset="0"/>
              </a:rPr>
              <a:t>95%</a:t>
            </a:r>
            <a:r>
              <a:rPr lang="pt-BR" altLang="pt-BR" sz="1600" dirty="0">
                <a:latin typeface="Tahoma" panose="020B0604030504040204" pitchFamily="34" charset="0"/>
              </a:rPr>
              <a:t> para a razão entre variâncias e para a diferença entre médias supondo que</a:t>
            </a:r>
          </a:p>
        </p:txBody>
      </p:sp>
      <p:graphicFrame>
        <p:nvGraphicFramePr>
          <p:cNvPr id="17411" name="Object 3"/>
          <p:cNvGraphicFramePr>
            <a:graphicFrameLocks noChangeAspect="1"/>
          </p:cNvGraphicFramePr>
          <p:nvPr/>
        </p:nvGraphicFramePr>
        <p:xfrm>
          <a:off x="712788" y="2667000"/>
          <a:ext cx="2667000" cy="688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866900" imgH="482600" progId="Equation.DSMT4">
                  <p:embed/>
                </p:oleObj>
              </mc:Choice>
              <mc:Fallback>
                <p:oleObj name="Equation" r:id="rId2" imgW="1866900" imgH="482600" progId="Equation.DSMT4">
                  <p:embed/>
                  <p:pic>
                    <p:nvPicPr>
                      <p:cNvPr id="17411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2788" y="2667000"/>
                        <a:ext cx="2667000" cy="688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7412" name="Group 4"/>
          <p:cNvGrpSpPr>
            <a:grpSpLocks/>
          </p:cNvGrpSpPr>
          <p:nvPr/>
        </p:nvGrpSpPr>
        <p:grpSpPr bwMode="auto">
          <a:xfrm>
            <a:off x="2438400" y="646113"/>
            <a:ext cx="4352925" cy="657225"/>
            <a:chOff x="1488" y="3686"/>
            <a:chExt cx="2742" cy="414"/>
          </a:xfrm>
        </p:grpSpPr>
        <p:sp>
          <p:nvSpPr>
            <p:cNvPr id="162821" name="Rectangle 5"/>
            <p:cNvSpPr>
              <a:spLocks noChangeArrowheads="1"/>
            </p:cNvSpPr>
            <p:nvPr/>
          </p:nvSpPr>
          <p:spPr bwMode="auto">
            <a:xfrm>
              <a:off x="1488" y="3696"/>
              <a:ext cx="1993" cy="3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pt-BR" sz="3200" dirty="0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Tahoma" panose="020B0604030504040204" pitchFamily="34" charset="0"/>
                  <a:cs typeface="+mn-cs"/>
                </a:rPr>
                <a:t>IC para </a:t>
              </a:r>
              <a:r>
                <a:rPr lang="pt-BR" sz="3200" i="1" dirty="0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Tahoma" panose="020B0604030504040204" pitchFamily="34" charset="0"/>
                  <a:cs typeface="+mn-cs"/>
                  <a:sym typeface="Symbol" pitchFamily="18" charset="2"/>
                </a:rPr>
                <a:t></a:t>
              </a:r>
              <a:r>
                <a:rPr lang="pt-BR" sz="3200" baseline="-25000" dirty="0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Times New Roman" pitchFamily="18" charset="0"/>
                  <a:cs typeface="+mn-cs"/>
                  <a:sym typeface="Symbol" pitchFamily="18" charset="2"/>
                </a:rPr>
                <a:t>1</a:t>
              </a:r>
              <a:r>
                <a:rPr lang="pt-BR" sz="3200" dirty="0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Times New Roman" pitchFamily="18" charset="0"/>
                  <a:cs typeface="+mn-cs"/>
                  <a:sym typeface="Symbol" pitchFamily="18" charset="2"/>
                </a:rPr>
                <a:t> -</a:t>
              </a:r>
              <a:r>
                <a:rPr lang="pt-BR" sz="3200" i="1" dirty="0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Tahoma" panose="020B0604030504040204" pitchFamily="34" charset="0"/>
                  <a:cs typeface="+mn-cs"/>
                  <a:sym typeface="Symbol" pitchFamily="18" charset="2"/>
                </a:rPr>
                <a:t> </a:t>
              </a:r>
              <a:r>
                <a:rPr lang="pt-BR" sz="3200" baseline="-25000" dirty="0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Times New Roman" pitchFamily="18" charset="0"/>
                  <a:cs typeface="+mn-cs"/>
                  <a:sym typeface="Symbol" pitchFamily="18" charset="2"/>
                </a:rPr>
                <a:t>2</a:t>
              </a:r>
              <a:r>
                <a:rPr lang="pt-BR" sz="3200" dirty="0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Tahoma" panose="020B0604030504040204" pitchFamily="34" charset="0"/>
                  <a:cs typeface="+mn-cs"/>
                  <a:sym typeface="Symbol" pitchFamily="18" charset="2"/>
                </a:rPr>
                <a:t> e</a:t>
              </a:r>
            </a:p>
          </p:txBody>
        </p:sp>
        <p:grpSp>
          <p:nvGrpSpPr>
            <p:cNvPr id="17446" name="Group 6"/>
            <p:cNvGrpSpPr>
              <a:grpSpLocks/>
            </p:cNvGrpSpPr>
            <p:nvPr/>
          </p:nvGrpSpPr>
          <p:grpSpPr bwMode="auto">
            <a:xfrm>
              <a:off x="3456" y="3686"/>
              <a:ext cx="774" cy="414"/>
              <a:chOff x="4187" y="422"/>
              <a:chExt cx="774" cy="414"/>
            </a:xfrm>
          </p:grpSpPr>
          <p:graphicFrame>
            <p:nvGraphicFramePr>
              <p:cNvPr id="17447" name="Object 7"/>
              <p:cNvGraphicFramePr>
                <a:graphicFrameLocks noChangeAspect="1"/>
              </p:cNvGraphicFramePr>
              <p:nvPr/>
            </p:nvGraphicFramePr>
            <p:xfrm>
              <a:off x="4193" y="432"/>
              <a:ext cx="768" cy="40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457200" imgH="241300" progId="Equation.DSMT4">
                      <p:embed/>
                    </p:oleObj>
                  </mc:Choice>
                  <mc:Fallback>
                    <p:oleObj name="Equation" r:id="rId4" imgW="457200" imgH="241300" progId="Equation.DSMT4">
                      <p:embed/>
                      <p:pic>
                        <p:nvPicPr>
                          <p:cNvPr id="17447" name="Object 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193" y="432"/>
                            <a:ext cx="768" cy="40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7448" name="Object 8"/>
              <p:cNvGraphicFramePr>
                <a:graphicFrameLocks noChangeAspect="1"/>
              </p:cNvGraphicFramePr>
              <p:nvPr/>
            </p:nvGraphicFramePr>
            <p:xfrm>
              <a:off x="4187" y="422"/>
              <a:ext cx="768" cy="40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6" imgW="457200" imgH="241300" progId="Equation.DSMT4">
                      <p:embed/>
                    </p:oleObj>
                  </mc:Choice>
                  <mc:Fallback>
                    <p:oleObj name="Equation" r:id="rId6" imgW="457200" imgH="241300" progId="Equation.DSMT4">
                      <p:embed/>
                      <p:pic>
                        <p:nvPicPr>
                          <p:cNvPr id="17448" name="Object 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187" y="422"/>
                            <a:ext cx="768" cy="40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</p:grpSp>
      <p:sp>
        <p:nvSpPr>
          <p:cNvPr id="17413" name="Text Box 10"/>
          <p:cNvSpPr txBox="1">
            <a:spLocks noChangeArrowheads="1"/>
          </p:cNvSpPr>
          <p:nvPr/>
        </p:nvSpPr>
        <p:spPr bwMode="auto">
          <a:xfrm>
            <a:off x="658813" y="3529013"/>
            <a:ext cx="1498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IC para </a:t>
            </a:r>
            <a:r>
              <a:rPr lang="pt-BR" altLang="pt-BR" sz="1600" i="1" dirty="0">
                <a:latin typeface="Symbol" pitchFamily="18" charset="2"/>
              </a:rPr>
              <a:t>m</a:t>
            </a:r>
            <a:r>
              <a:rPr lang="pt-BR" altLang="pt-BR" sz="1600" baseline="-25000" dirty="0">
                <a:latin typeface="Times New Roman" charset="0"/>
              </a:rPr>
              <a:t>1</a:t>
            </a:r>
            <a:r>
              <a:rPr lang="pt-BR" altLang="pt-BR" sz="1600" i="1" dirty="0">
                <a:latin typeface="Times New Roman" charset="0"/>
              </a:rPr>
              <a:t> - </a:t>
            </a:r>
            <a:r>
              <a:rPr lang="pt-BR" altLang="pt-BR" sz="1600" i="1" dirty="0">
                <a:latin typeface="Symbol" pitchFamily="18" charset="2"/>
              </a:rPr>
              <a:t>m</a:t>
            </a:r>
            <a:r>
              <a:rPr lang="pt-BR" altLang="pt-BR" sz="1600" baseline="-25000" dirty="0">
                <a:latin typeface="Times New Roman" charset="0"/>
              </a:rPr>
              <a:t>2</a:t>
            </a:r>
          </a:p>
        </p:txBody>
      </p:sp>
      <p:graphicFrame>
        <p:nvGraphicFramePr>
          <p:cNvPr id="162859" name="Object 43"/>
          <p:cNvGraphicFramePr>
            <a:graphicFrameLocks noChangeAspect="1"/>
          </p:cNvGraphicFramePr>
          <p:nvPr/>
        </p:nvGraphicFramePr>
        <p:xfrm>
          <a:off x="658813" y="3886200"/>
          <a:ext cx="4281487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997200" imgH="241300" progId="Equation.DSMT4">
                  <p:embed/>
                </p:oleObj>
              </mc:Choice>
              <mc:Fallback>
                <p:oleObj name="Equation" r:id="rId8" imgW="2997200" imgH="241300" progId="Equation.DSMT4">
                  <p:embed/>
                  <p:pic>
                    <p:nvPicPr>
                      <p:cNvPr id="162859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8813" y="3886200"/>
                        <a:ext cx="4281487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2860" name="Object 44"/>
          <p:cNvGraphicFramePr>
            <a:graphicFrameLocks noChangeAspect="1"/>
          </p:cNvGraphicFramePr>
          <p:nvPr/>
        </p:nvGraphicFramePr>
        <p:xfrm>
          <a:off x="658813" y="4191000"/>
          <a:ext cx="3265487" cy="703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286000" imgH="495300" progId="Equation.DSMT4">
                  <p:embed/>
                </p:oleObj>
              </mc:Choice>
              <mc:Fallback>
                <p:oleObj name="Equation" r:id="rId10" imgW="2286000" imgH="495300" progId="Equation.DSMT4">
                  <p:embed/>
                  <p:pic>
                    <p:nvPicPr>
                      <p:cNvPr id="162860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8813" y="4191000"/>
                        <a:ext cx="3265487" cy="7032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89"/>
          <p:cNvGrpSpPr>
            <a:grpSpLocks/>
          </p:cNvGrpSpPr>
          <p:nvPr/>
        </p:nvGrpSpPr>
        <p:grpSpPr bwMode="auto">
          <a:xfrm>
            <a:off x="4876800" y="2420938"/>
            <a:ext cx="4000500" cy="2660650"/>
            <a:chOff x="3072" y="1525"/>
            <a:chExt cx="2520" cy="1676"/>
          </a:xfrm>
        </p:grpSpPr>
        <p:grpSp>
          <p:nvGrpSpPr>
            <p:cNvPr id="17428" name="Group 88"/>
            <p:cNvGrpSpPr>
              <a:grpSpLocks/>
            </p:cNvGrpSpPr>
            <p:nvPr/>
          </p:nvGrpSpPr>
          <p:grpSpPr bwMode="auto">
            <a:xfrm>
              <a:off x="3072" y="1525"/>
              <a:ext cx="2520" cy="1676"/>
              <a:chOff x="3072" y="1525"/>
              <a:chExt cx="2520" cy="1676"/>
            </a:xfrm>
          </p:grpSpPr>
          <p:grpSp>
            <p:nvGrpSpPr>
              <p:cNvPr id="17437" name="Group 68"/>
              <p:cNvGrpSpPr>
                <a:grpSpLocks/>
              </p:cNvGrpSpPr>
              <p:nvPr/>
            </p:nvGrpSpPr>
            <p:grpSpPr bwMode="auto">
              <a:xfrm>
                <a:off x="3072" y="1584"/>
                <a:ext cx="2520" cy="1617"/>
                <a:chOff x="2988" y="1872"/>
                <a:chExt cx="2520" cy="1617"/>
              </a:xfrm>
            </p:grpSpPr>
            <p:pic>
              <p:nvPicPr>
                <p:cNvPr id="17440" name="Picture 69"/>
                <p:cNvPicPr>
                  <a:picLocks noChangeAspect="1" noChangeArrowheads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026" y="1872"/>
                  <a:ext cx="2432" cy="13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7441" name="Text Box 70"/>
                <p:cNvSpPr txBox="1">
                  <a:spLocks noChangeArrowheads="1"/>
                </p:cNvSpPr>
                <p:nvPr/>
              </p:nvSpPr>
              <p:spPr bwMode="auto">
                <a:xfrm>
                  <a:off x="2988" y="3158"/>
                  <a:ext cx="283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-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17442" name="Text Box 71"/>
                <p:cNvSpPr txBox="1">
                  <a:spLocks noChangeArrowheads="1"/>
                </p:cNvSpPr>
                <p:nvPr/>
              </p:nvSpPr>
              <p:spPr bwMode="auto">
                <a:xfrm>
                  <a:off x="5188" y="3160"/>
                  <a:ext cx="320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+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17443" name="Text Box 72"/>
                <p:cNvSpPr txBox="1">
                  <a:spLocks noChangeArrowheads="1"/>
                </p:cNvSpPr>
                <p:nvPr/>
              </p:nvSpPr>
              <p:spPr bwMode="auto">
                <a:xfrm>
                  <a:off x="4158" y="3239"/>
                  <a:ext cx="19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17444" name="Line 73"/>
                <p:cNvSpPr>
                  <a:spLocks noChangeShapeType="1"/>
                </p:cNvSpPr>
                <p:nvPr/>
              </p:nvSpPr>
              <p:spPr bwMode="auto">
                <a:xfrm>
                  <a:off x="3024" y="3226"/>
                  <a:ext cx="244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17438" name="Line 74"/>
              <p:cNvSpPr>
                <a:spLocks noChangeShapeType="1"/>
              </p:cNvSpPr>
              <p:nvPr/>
            </p:nvSpPr>
            <p:spPr bwMode="auto">
              <a:xfrm flipH="1">
                <a:off x="4596" y="1680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7439" name="Object 75"/>
              <p:cNvGraphicFramePr>
                <a:graphicFrameLocks noChangeAspect="1"/>
              </p:cNvGraphicFramePr>
              <p:nvPr/>
            </p:nvGraphicFramePr>
            <p:xfrm>
              <a:off x="4790" y="1525"/>
              <a:ext cx="160" cy="20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3" imgW="177646" imgH="228402" progId="Equation.DSMT4">
                      <p:embed/>
                    </p:oleObj>
                  </mc:Choice>
                  <mc:Fallback>
                    <p:oleObj name="Equation" r:id="rId13" imgW="177646" imgH="228402" progId="Equation.DSMT4">
                      <p:embed/>
                      <p:pic>
                        <p:nvPicPr>
                          <p:cNvPr id="17439" name="Object 7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790" y="1525"/>
                            <a:ext cx="160" cy="205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7429" name="Freeform 76"/>
            <p:cNvSpPr>
              <a:spLocks/>
            </p:cNvSpPr>
            <p:nvPr/>
          </p:nvSpPr>
          <p:spPr bwMode="auto">
            <a:xfrm>
              <a:off x="3970" y="1628"/>
              <a:ext cx="746" cy="1306"/>
            </a:xfrm>
            <a:custGeom>
              <a:avLst/>
              <a:gdLst>
                <a:gd name="T0" fmla="*/ 0 w 440"/>
                <a:gd name="T1" fmla="*/ 9064207 h 771"/>
                <a:gd name="T2" fmla="*/ 498174 w 440"/>
                <a:gd name="T3" fmla="*/ 7884432 h 771"/>
                <a:gd name="T4" fmla="*/ 940352 w 440"/>
                <a:gd name="T5" fmla="*/ 6652962 h 771"/>
                <a:gd name="T6" fmla="*/ 1432033 w 440"/>
                <a:gd name="T7" fmla="*/ 5362512 h 771"/>
                <a:gd name="T8" fmla="*/ 2024162 w 440"/>
                <a:gd name="T9" fmla="*/ 4025055 h 771"/>
                <a:gd name="T10" fmla="*/ 2521355 w 440"/>
                <a:gd name="T11" fmla="*/ 2904552 h 771"/>
                <a:gd name="T12" fmla="*/ 3001631 w 440"/>
                <a:gd name="T13" fmla="*/ 1828000 h 771"/>
                <a:gd name="T14" fmla="*/ 3544387 w 440"/>
                <a:gd name="T15" fmla="*/ 987639 h 771"/>
                <a:gd name="T16" fmla="*/ 3990035 w 440"/>
                <a:gd name="T17" fmla="*/ 449610 h 771"/>
                <a:gd name="T18" fmla="*/ 4545687 w 440"/>
                <a:gd name="T19" fmla="*/ 65056 h 771"/>
                <a:gd name="T20" fmla="*/ 4907385 w 440"/>
                <a:gd name="T21" fmla="*/ 0 h 771"/>
                <a:gd name="T22" fmla="*/ 5361646 w 440"/>
                <a:gd name="T23" fmla="*/ 0 h 771"/>
                <a:gd name="T24" fmla="*/ 5725141 w 440"/>
                <a:gd name="T25" fmla="*/ 265428 h 771"/>
                <a:gd name="T26" fmla="*/ 6266492 w 440"/>
                <a:gd name="T27" fmla="*/ 761596 h 771"/>
                <a:gd name="T28" fmla="*/ 6884549 w 440"/>
                <a:gd name="T29" fmla="*/ 1613276 h 771"/>
                <a:gd name="T30" fmla="*/ 7354997 w 440"/>
                <a:gd name="T31" fmla="*/ 2739377 h 771"/>
                <a:gd name="T32" fmla="*/ 7863666 w 440"/>
                <a:gd name="T33" fmla="*/ 3858796 h 771"/>
                <a:gd name="T34" fmla="*/ 8520976 w 440"/>
                <a:gd name="T35" fmla="*/ 5429818 h 771"/>
                <a:gd name="T36" fmla="*/ 8994417 w 440"/>
                <a:gd name="T37" fmla="*/ 6652962 h 771"/>
                <a:gd name="T38" fmla="*/ 9539909 w 440"/>
                <a:gd name="T39" fmla="*/ 7767138 h 771"/>
                <a:gd name="T40" fmla="*/ 9808600 w 440"/>
                <a:gd name="T41" fmla="*/ 8532845 h 771"/>
                <a:gd name="T42" fmla="*/ 9999693 w 440"/>
                <a:gd name="T43" fmla="*/ 9017725 h 771"/>
                <a:gd name="T44" fmla="*/ 9999693 w 440"/>
                <a:gd name="T45" fmla="*/ 17214559 h 771"/>
                <a:gd name="T46" fmla="*/ 0 w 440"/>
                <a:gd name="T47" fmla="*/ 17214559 h 771"/>
                <a:gd name="T48" fmla="*/ 0 w 440"/>
                <a:gd name="T49" fmla="*/ 9064207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7430" name="Text Box 77"/>
            <p:cNvSpPr txBox="1">
              <a:spLocks noChangeArrowheads="1"/>
            </p:cNvSpPr>
            <p:nvPr/>
          </p:nvSpPr>
          <p:spPr bwMode="auto">
            <a:xfrm>
              <a:off x="4164" y="2352"/>
              <a:ext cx="351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95%</a:t>
              </a:r>
            </a:p>
          </p:txBody>
        </p:sp>
        <p:sp>
          <p:nvSpPr>
            <p:cNvPr id="17431" name="Text Box 78"/>
            <p:cNvSpPr txBox="1">
              <a:spLocks noChangeArrowheads="1"/>
            </p:cNvSpPr>
            <p:nvPr/>
          </p:nvSpPr>
          <p:spPr bwMode="auto">
            <a:xfrm>
              <a:off x="4613" y="2885"/>
              <a:ext cx="16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t</a:t>
              </a:r>
            </a:p>
          </p:txBody>
        </p:sp>
        <p:sp>
          <p:nvSpPr>
            <p:cNvPr id="17432" name="Text Box 79"/>
            <p:cNvSpPr txBox="1">
              <a:spLocks noChangeArrowheads="1"/>
            </p:cNvSpPr>
            <p:nvPr/>
          </p:nvSpPr>
          <p:spPr bwMode="auto">
            <a:xfrm>
              <a:off x="3840" y="2885"/>
              <a:ext cx="213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-t</a:t>
              </a:r>
            </a:p>
          </p:txBody>
        </p:sp>
        <p:sp>
          <p:nvSpPr>
            <p:cNvPr id="17433" name="Line 80"/>
            <p:cNvSpPr>
              <a:spLocks noChangeShapeType="1"/>
            </p:cNvSpPr>
            <p:nvPr/>
          </p:nvSpPr>
          <p:spPr bwMode="auto">
            <a:xfrm flipV="1">
              <a:off x="4884" y="2544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7434" name="Line 81"/>
            <p:cNvSpPr>
              <a:spLocks noChangeShapeType="1"/>
            </p:cNvSpPr>
            <p:nvPr/>
          </p:nvSpPr>
          <p:spPr bwMode="auto">
            <a:xfrm flipH="1" flipV="1">
              <a:off x="3636" y="2534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7435" name="Text Box 82"/>
            <p:cNvSpPr txBox="1">
              <a:spLocks noChangeArrowheads="1"/>
            </p:cNvSpPr>
            <p:nvPr/>
          </p:nvSpPr>
          <p:spPr bwMode="auto">
            <a:xfrm>
              <a:off x="4980" y="2329"/>
              <a:ext cx="3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2,5%</a:t>
              </a:r>
            </a:p>
          </p:txBody>
        </p:sp>
        <p:sp>
          <p:nvSpPr>
            <p:cNvPr id="17436" name="Text Box 83"/>
            <p:cNvSpPr txBox="1">
              <a:spLocks noChangeArrowheads="1"/>
            </p:cNvSpPr>
            <p:nvPr/>
          </p:nvSpPr>
          <p:spPr bwMode="auto">
            <a:xfrm>
              <a:off x="3408" y="2329"/>
              <a:ext cx="3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2,5%</a:t>
              </a:r>
            </a:p>
          </p:txBody>
        </p:sp>
      </p:grpSp>
      <p:grpSp>
        <p:nvGrpSpPr>
          <p:cNvPr id="7" name="Group 84"/>
          <p:cNvGrpSpPr>
            <a:grpSpLocks/>
          </p:cNvGrpSpPr>
          <p:nvPr/>
        </p:nvGrpSpPr>
        <p:grpSpPr bwMode="auto">
          <a:xfrm>
            <a:off x="7327900" y="4953000"/>
            <a:ext cx="290513" cy="706438"/>
            <a:chOff x="4616" y="3120"/>
            <a:chExt cx="183" cy="445"/>
          </a:xfrm>
        </p:grpSpPr>
        <p:sp>
          <p:nvSpPr>
            <p:cNvPr id="17426" name="Line 85"/>
            <p:cNvSpPr>
              <a:spLocks noChangeShapeType="1"/>
            </p:cNvSpPr>
            <p:nvPr/>
          </p:nvSpPr>
          <p:spPr bwMode="auto">
            <a:xfrm flipV="1">
              <a:off x="4704" y="3120"/>
              <a:ext cx="0" cy="24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7427" name="Text Box 86"/>
            <p:cNvSpPr txBox="1">
              <a:spLocks noChangeArrowheads="1"/>
            </p:cNvSpPr>
            <p:nvPr/>
          </p:nvSpPr>
          <p:spPr bwMode="auto">
            <a:xfrm>
              <a:off x="4616" y="3353"/>
              <a:ext cx="1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3300"/>
                  </a:solidFill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162903" name="Text Box 87"/>
          <p:cNvSpPr txBox="1">
            <a:spLocks noChangeArrowheads="1"/>
          </p:cNvSpPr>
          <p:nvPr/>
        </p:nvSpPr>
        <p:spPr bwMode="auto">
          <a:xfrm>
            <a:off x="7156450" y="5394325"/>
            <a:ext cx="641350" cy="3365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3300"/>
                </a:solidFill>
                <a:latin typeface="Times New Roman" charset="0"/>
              </a:rPr>
              <a:t>1,997</a:t>
            </a:r>
          </a:p>
        </p:txBody>
      </p:sp>
      <p:graphicFrame>
        <p:nvGraphicFramePr>
          <p:cNvPr id="162906" name="Object 90"/>
          <p:cNvGraphicFramePr>
            <a:graphicFrameLocks noChangeAspect="1"/>
          </p:cNvGraphicFramePr>
          <p:nvPr/>
        </p:nvGraphicFramePr>
        <p:xfrm>
          <a:off x="658813" y="4876800"/>
          <a:ext cx="3702050" cy="631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2590800" imgH="444500" progId="Equation.DSMT4">
                  <p:embed/>
                </p:oleObj>
              </mc:Choice>
              <mc:Fallback>
                <p:oleObj name="Equation" r:id="rId15" imgW="2590800" imgH="444500" progId="Equation.DSMT4">
                  <p:embed/>
                  <p:pic>
                    <p:nvPicPr>
                      <p:cNvPr id="162906" name="Object 9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8813" y="4876800"/>
                        <a:ext cx="3702050" cy="631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2907" name="Object 91"/>
          <p:cNvGraphicFramePr>
            <a:graphicFrameLocks noChangeAspect="1"/>
          </p:cNvGraphicFramePr>
          <p:nvPr/>
        </p:nvGraphicFramePr>
        <p:xfrm>
          <a:off x="658813" y="5562600"/>
          <a:ext cx="6330950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4432300" imgH="228600" progId="Equation.DSMT4">
                  <p:embed/>
                </p:oleObj>
              </mc:Choice>
              <mc:Fallback>
                <p:oleObj name="Equation" r:id="rId17" imgW="4432300" imgH="228600" progId="Equation.DSMT4">
                  <p:embed/>
                  <p:pic>
                    <p:nvPicPr>
                      <p:cNvPr id="162907" name="Object 9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8813" y="5562600"/>
                        <a:ext cx="6330950" cy="325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2908" name="Object 92"/>
          <p:cNvGraphicFramePr>
            <a:graphicFrameLocks noChangeAspect="1"/>
          </p:cNvGraphicFramePr>
          <p:nvPr/>
        </p:nvGraphicFramePr>
        <p:xfrm>
          <a:off x="658813" y="6075363"/>
          <a:ext cx="3265487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2286000" imgH="228600" progId="Equation.DSMT4">
                  <p:embed/>
                </p:oleObj>
              </mc:Choice>
              <mc:Fallback>
                <p:oleObj name="Equation" r:id="rId19" imgW="2286000" imgH="228600" progId="Equation.DSMT4">
                  <p:embed/>
                  <p:pic>
                    <p:nvPicPr>
                      <p:cNvPr id="162908" name="Object 9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8813" y="6075363"/>
                        <a:ext cx="3265487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909" name="Rectangle 93"/>
          <p:cNvSpPr>
            <a:spLocks noChangeArrowheads="1"/>
          </p:cNvSpPr>
          <p:nvPr/>
        </p:nvSpPr>
        <p:spPr bwMode="auto">
          <a:xfrm>
            <a:off x="533400" y="6019800"/>
            <a:ext cx="3505200" cy="381000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62910" name="Text Box 94"/>
          <p:cNvSpPr txBox="1">
            <a:spLocks noChangeArrowheads="1"/>
          </p:cNvSpPr>
          <p:nvPr/>
        </p:nvSpPr>
        <p:spPr bwMode="auto">
          <a:xfrm>
            <a:off x="4267200" y="6019800"/>
            <a:ext cx="90328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Symbol" pitchFamily="18" charset="2"/>
              </a:rPr>
              <a:t>m</a:t>
            </a:r>
            <a:r>
              <a:rPr lang="pt-BR" altLang="pt-BR" sz="1600" baseline="-25000" dirty="0">
                <a:latin typeface="Times New Roman" charset="0"/>
              </a:rPr>
              <a:t>1</a:t>
            </a:r>
            <a:r>
              <a:rPr lang="pt-BR" altLang="pt-BR" sz="1600" i="1" dirty="0">
                <a:latin typeface="Times New Roman" charset="0"/>
              </a:rPr>
              <a:t> = </a:t>
            </a:r>
            <a:r>
              <a:rPr lang="pt-BR" altLang="pt-BR" sz="1600" i="1" dirty="0">
                <a:latin typeface="Symbol" pitchFamily="18" charset="2"/>
              </a:rPr>
              <a:t>m</a:t>
            </a:r>
            <a:r>
              <a:rPr lang="pt-BR" altLang="pt-BR" sz="1600" baseline="-25000" dirty="0">
                <a:latin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  <p:sp>
        <p:nvSpPr>
          <p:cNvPr id="162911" name="Text Box 95"/>
          <p:cNvSpPr txBox="1">
            <a:spLocks noChangeArrowheads="1"/>
          </p:cNvSpPr>
          <p:nvPr/>
        </p:nvSpPr>
        <p:spPr bwMode="auto">
          <a:xfrm>
            <a:off x="5334000" y="6019800"/>
            <a:ext cx="1098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Symbol" pitchFamily="18" charset="2"/>
                <a:sym typeface="Symbol" pitchFamily="18" charset="2"/>
              </a:rPr>
              <a:t>  </a:t>
            </a:r>
            <a:r>
              <a:rPr lang="pt-BR" altLang="pt-BR" sz="1600" i="1" dirty="0">
                <a:latin typeface="Symbol" pitchFamily="18" charset="2"/>
              </a:rPr>
              <a:t>m</a:t>
            </a:r>
            <a:r>
              <a:rPr lang="pt-BR" altLang="pt-BR" sz="1600" baseline="-25000" dirty="0">
                <a:latin typeface="Times New Roman" charset="0"/>
              </a:rPr>
              <a:t>1</a:t>
            </a:r>
            <a:r>
              <a:rPr lang="pt-BR" altLang="pt-BR" sz="1600" i="1" dirty="0">
                <a:latin typeface="Times New Roman" charset="0"/>
              </a:rPr>
              <a:t> &lt; </a:t>
            </a:r>
            <a:r>
              <a:rPr lang="pt-BR" altLang="pt-BR" sz="1600" i="1" dirty="0">
                <a:latin typeface="Symbol" pitchFamily="18" charset="2"/>
              </a:rPr>
              <a:t>m</a:t>
            </a:r>
            <a:r>
              <a:rPr lang="pt-BR" altLang="pt-BR" sz="1600" baseline="-25000" dirty="0">
                <a:latin typeface="Times New Roman" charset="0"/>
              </a:rPr>
              <a:t>2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03E6022-F7B5-466C-BE84-779AAD15B00A}" type="slidenum">
              <a:rPr lang="pt-BR"/>
              <a:pPr>
                <a:defRPr/>
              </a:pPr>
              <a:t>7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28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28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2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29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29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29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29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29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29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2903" grpId="0" animBg="1" autoUpdateAnimBg="0"/>
      <p:bldP spid="162909" grpId="0" animBg="1"/>
      <p:bldP spid="162910" grpId="0" autoUpdateAnimBg="0"/>
      <p:bldP spid="162911" grpId="0" autoUpdateAnimBg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434" name="Object 2"/>
          <p:cNvGraphicFramePr>
            <a:graphicFrameLocks noChangeAspect="1"/>
          </p:cNvGraphicFramePr>
          <p:nvPr/>
        </p:nvGraphicFramePr>
        <p:xfrm>
          <a:off x="777875" y="1524000"/>
          <a:ext cx="1490663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40948" imgH="431613" progId="Equation.DSMT4">
                  <p:embed/>
                </p:oleObj>
              </mc:Choice>
              <mc:Fallback>
                <p:oleObj name="Equation" r:id="rId2" imgW="1040948" imgH="431613" progId="Equation.DSMT4">
                  <p:embed/>
                  <p:pic>
                    <p:nvPicPr>
                      <p:cNvPr id="18434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7875" y="1524000"/>
                        <a:ext cx="1490663" cy="6175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rgbClr val="FF33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915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Intervalo de Confiança para </a:t>
            </a:r>
            <a:r>
              <a:rPr lang="pt-BR" i="1">
                <a:latin typeface="Times New Roman" pitchFamily="18" charset="0"/>
                <a:sym typeface="Symbol" pitchFamily="18" charset="2"/>
              </a:rPr>
              <a:t>p</a:t>
            </a:r>
            <a:r>
              <a:rPr lang="pt-BR" baseline="-25000">
                <a:latin typeface="Times New Roman" pitchFamily="18" charset="0"/>
                <a:sym typeface="Symbol" pitchFamily="18" charset="2"/>
              </a:rPr>
              <a:t>1</a:t>
            </a:r>
            <a:r>
              <a:rPr lang="pt-BR">
                <a:latin typeface="Times New Roman" pitchFamily="18" charset="0"/>
                <a:sym typeface="Symbol" pitchFamily="18" charset="2"/>
              </a:rPr>
              <a:t> – </a:t>
            </a:r>
            <a:r>
              <a:rPr lang="pt-BR" i="1">
                <a:latin typeface="Times New Roman" pitchFamily="18" charset="0"/>
                <a:sym typeface="Symbol" pitchFamily="18" charset="2"/>
              </a:rPr>
              <a:t>p</a:t>
            </a:r>
            <a:r>
              <a:rPr lang="pt-BR" baseline="-25000">
                <a:latin typeface="Times New Roman" pitchFamily="18" charset="0"/>
                <a:sym typeface="Symbol" pitchFamily="18" charset="2"/>
              </a:rPr>
              <a:t>2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166916" name="Object 4"/>
          <p:cNvGraphicFramePr>
            <a:graphicFrameLocks noChangeAspect="1"/>
          </p:cNvGraphicFramePr>
          <p:nvPr/>
        </p:nvGraphicFramePr>
        <p:xfrm>
          <a:off x="835025" y="2527300"/>
          <a:ext cx="2670175" cy="938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866900" imgH="660400" progId="Equation.DSMT4">
                  <p:embed/>
                </p:oleObj>
              </mc:Choice>
              <mc:Fallback>
                <p:oleObj name="Equation" r:id="rId4" imgW="1866900" imgH="660400" progId="Equation.DSMT4">
                  <p:embed/>
                  <p:pic>
                    <p:nvPicPr>
                      <p:cNvPr id="16691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5025" y="2527300"/>
                        <a:ext cx="2670175" cy="9382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6918" name="Object 6"/>
          <p:cNvGraphicFramePr>
            <a:graphicFrameLocks noChangeAspect="1"/>
          </p:cNvGraphicFramePr>
          <p:nvPr/>
        </p:nvGraphicFramePr>
        <p:xfrm>
          <a:off x="835025" y="3736975"/>
          <a:ext cx="3557588" cy="938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489200" imgH="660400" progId="Equation.DSMT4">
                  <p:embed/>
                </p:oleObj>
              </mc:Choice>
              <mc:Fallback>
                <p:oleObj name="Equation" r:id="rId6" imgW="2489200" imgH="660400" progId="Equation.DSMT4">
                  <p:embed/>
                  <p:pic>
                    <p:nvPicPr>
                      <p:cNvPr id="166918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5025" y="3736975"/>
                        <a:ext cx="3557588" cy="9382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919" name="Rectangle 7"/>
          <p:cNvSpPr>
            <a:spLocks noChangeArrowheads="1"/>
          </p:cNvSpPr>
          <p:nvPr/>
        </p:nvSpPr>
        <p:spPr bwMode="auto">
          <a:xfrm>
            <a:off x="250825" y="5348288"/>
            <a:ext cx="6337300" cy="762000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66920" name="Text Box 8"/>
          <p:cNvSpPr txBox="1">
            <a:spLocks noChangeArrowheads="1"/>
          </p:cNvSpPr>
          <p:nvPr/>
        </p:nvSpPr>
        <p:spPr bwMode="auto">
          <a:xfrm>
            <a:off x="2598738" y="6186488"/>
            <a:ext cx="166052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IC para </a:t>
            </a:r>
            <a:r>
              <a:rPr lang="pt-BR" altLang="pt-BR" sz="1800" i="1" dirty="0">
                <a:solidFill>
                  <a:srgbClr val="FF3300"/>
                </a:solidFill>
                <a:latin typeface="Times New Roman" charset="0"/>
              </a:rPr>
              <a:t>p</a:t>
            </a:r>
            <a:r>
              <a:rPr lang="pt-BR" altLang="pt-BR" sz="1800" baseline="-25000" dirty="0">
                <a:solidFill>
                  <a:srgbClr val="FF3300"/>
                </a:solidFill>
                <a:latin typeface="Times New Roman" charset="0"/>
              </a:rPr>
              <a:t>1</a:t>
            </a:r>
            <a:r>
              <a:rPr lang="pt-BR" altLang="pt-BR" sz="1800" dirty="0">
                <a:solidFill>
                  <a:srgbClr val="FF3300"/>
                </a:solidFill>
                <a:latin typeface="Times New Roman" charset="0"/>
              </a:rPr>
              <a:t> – </a:t>
            </a:r>
            <a:r>
              <a:rPr lang="pt-BR" altLang="pt-BR" sz="1800" i="1" dirty="0">
                <a:solidFill>
                  <a:srgbClr val="FF3300"/>
                </a:solidFill>
                <a:latin typeface="Times New Roman" charset="0"/>
              </a:rPr>
              <a:t>p</a:t>
            </a:r>
            <a:r>
              <a:rPr lang="pt-BR" altLang="pt-BR" sz="1800" baseline="-25000" dirty="0">
                <a:solidFill>
                  <a:srgbClr val="FF3300"/>
                </a:solidFill>
                <a:latin typeface="Times New Roman" charset="0"/>
              </a:rPr>
              <a:t>2</a:t>
            </a:r>
          </a:p>
        </p:txBody>
      </p:sp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4743450" y="2362200"/>
            <a:ext cx="4000500" cy="3108325"/>
            <a:chOff x="2988" y="1824"/>
            <a:chExt cx="2520" cy="1958"/>
          </a:xfrm>
        </p:grpSpPr>
        <p:grpSp>
          <p:nvGrpSpPr>
            <p:cNvPr id="18446" name="Group 13"/>
            <p:cNvGrpSpPr>
              <a:grpSpLocks/>
            </p:cNvGrpSpPr>
            <p:nvPr/>
          </p:nvGrpSpPr>
          <p:grpSpPr bwMode="auto">
            <a:xfrm>
              <a:off x="2988" y="1824"/>
              <a:ext cx="2520" cy="1665"/>
              <a:chOff x="2988" y="1824"/>
              <a:chExt cx="2520" cy="1665"/>
            </a:xfrm>
          </p:grpSpPr>
          <p:grpSp>
            <p:nvGrpSpPr>
              <p:cNvPr id="18458" name="Group 14"/>
              <p:cNvGrpSpPr>
                <a:grpSpLocks/>
              </p:cNvGrpSpPr>
              <p:nvPr/>
            </p:nvGrpSpPr>
            <p:grpSpPr bwMode="auto">
              <a:xfrm>
                <a:off x="2988" y="1872"/>
                <a:ext cx="2520" cy="1617"/>
                <a:chOff x="2988" y="1872"/>
                <a:chExt cx="2520" cy="1617"/>
              </a:xfrm>
            </p:grpSpPr>
            <p:pic>
              <p:nvPicPr>
                <p:cNvPr id="18461" name="Picture 15"/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026" y="1872"/>
                  <a:ext cx="2432" cy="13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8462" name="Text Box 16"/>
                <p:cNvSpPr txBox="1">
                  <a:spLocks noChangeArrowheads="1"/>
                </p:cNvSpPr>
                <p:nvPr/>
              </p:nvSpPr>
              <p:spPr bwMode="auto">
                <a:xfrm>
                  <a:off x="2988" y="3158"/>
                  <a:ext cx="283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-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18463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5188" y="3160"/>
                  <a:ext cx="320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+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18464" name="Text Box 18"/>
                <p:cNvSpPr txBox="1">
                  <a:spLocks noChangeArrowheads="1"/>
                </p:cNvSpPr>
                <p:nvPr/>
              </p:nvSpPr>
              <p:spPr bwMode="auto">
                <a:xfrm>
                  <a:off x="4158" y="3239"/>
                  <a:ext cx="19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18465" name="Line 19"/>
                <p:cNvSpPr>
                  <a:spLocks noChangeShapeType="1"/>
                </p:cNvSpPr>
                <p:nvPr/>
              </p:nvSpPr>
              <p:spPr bwMode="auto">
                <a:xfrm>
                  <a:off x="3024" y="3226"/>
                  <a:ext cx="244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18459" name="Line 20"/>
              <p:cNvSpPr>
                <a:spLocks noChangeShapeType="1"/>
              </p:cNvSpPr>
              <p:nvPr/>
            </p:nvSpPr>
            <p:spPr bwMode="auto">
              <a:xfrm flipH="1">
                <a:off x="4512" y="1968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8460" name="Object 21"/>
              <p:cNvGraphicFramePr>
                <a:graphicFrameLocks noChangeAspect="1"/>
              </p:cNvGraphicFramePr>
              <p:nvPr/>
            </p:nvGraphicFramePr>
            <p:xfrm>
              <a:off x="4587" y="1824"/>
              <a:ext cx="412" cy="18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457002" imgH="203112" progId="Equation.DSMT4">
                      <p:embed/>
                    </p:oleObj>
                  </mc:Choice>
                  <mc:Fallback>
                    <p:oleObj name="Equation" r:id="rId9" imgW="457002" imgH="203112" progId="Equation.DSMT4">
                      <p:embed/>
                      <p:pic>
                        <p:nvPicPr>
                          <p:cNvPr id="18460" name="Object 2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587" y="1824"/>
                            <a:ext cx="412" cy="182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8447" name="Freeform 22"/>
            <p:cNvSpPr>
              <a:spLocks/>
            </p:cNvSpPr>
            <p:nvPr/>
          </p:nvSpPr>
          <p:spPr bwMode="auto">
            <a:xfrm>
              <a:off x="3886" y="1916"/>
              <a:ext cx="746" cy="1306"/>
            </a:xfrm>
            <a:custGeom>
              <a:avLst/>
              <a:gdLst>
                <a:gd name="T0" fmla="*/ 0 w 440"/>
                <a:gd name="T1" fmla="*/ 9064207 h 771"/>
                <a:gd name="T2" fmla="*/ 498174 w 440"/>
                <a:gd name="T3" fmla="*/ 7884432 h 771"/>
                <a:gd name="T4" fmla="*/ 940352 w 440"/>
                <a:gd name="T5" fmla="*/ 6652962 h 771"/>
                <a:gd name="T6" fmla="*/ 1432033 w 440"/>
                <a:gd name="T7" fmla="*/ 5362512 h 771"/>
                <a:gd name="T8" fmla="*/ 2024162 w 440"/>
                <a:gd name="T9" fmla="*/ 4025055 h 771"/>
                <a:gd name="T10" fmla="*/ 2521355 w 440"/>
                <a:gd name="T11" fmla="*/ 2904552 h 771"/>
                <a:gd name="T12" fmla="*/ 3001631 w 440"/>
                <a:gd name="T13" fmla="*/ 1828000 h 771"/>
                <a:gd name="T14" fmla="*/ 3544387 w 440"/>
                <a:gd name="T15" fmla="*/ 987639 h 771"/>
                <a:gd name="T16" fmla="*/ 3990035 w 440"/>
                <a:gd name="T17" fmla="*/ 449610 h 771"/>
                <a:gd name="T18" fmla="*/ 4545687 w 440"/>
                <a:gd name="T19" fmla="*/ 65056 h 771"/>
                <a:gd name="T20" fmla="*/ 4907385 w 440"/>
                <a:gd name="T21" fmla="*/ 0 h 771"/>
                <a:gd name="T22" fmla="*/ 5361646 w 440"/>
                <a:gd name="T23" fmla="*/ 0 h 771"/>
                <a:gd name="T24" fmla="*/ 5725141 w 440"/>
                <a:gd name="T25" fmla="*/ 265428 h 771"/>
                <a:gd name="T26" fmla="*/ 6266492 w 440"/>
                <a:gd name="T27" fmla="*/ 761596 h 771"/>
                <a:gd name="T28" fmla="*/ 6884549 w 440"/>
                <a:gd name="T29" fmla="*/ 1613276 h 771"/>
                <a:gd name="T30" fmla="*/ 7354997 w 440"/>
                <a:gd name="T31" fmla="*/ 2739377 h 771"/>
                <a:gd name="T32" fmla="*/ 7863666 w 440"/>
                <a:gd name="T33" fmla="*/ 3858796 h 771"/>
                <a:gd name="T34" fmla="*/ 8520976 w 440"/>
                <a:gd name="T35" fmla="*/ 5429818 h 771"/>
                <a:gd name="T36" fmla="*/ 8994417 w 440"/>
                <a:gd name="T37" fmla="*/ 6652962 h 771"/>
                <a:gd name="T38" fmla="*/ 9539909 w 440"/>
                <a:gd name="T39" fmla="*/ 7767138 h 771"/>
                <a:gd name="T40" fmla="*/ 9808600 w 440"/>
                <a:gd name="T41" fmla="*/ 8532845 h 771"/>
                <a:gd name="T42" fmla="*/ 9999693 w 440"/>
                <a:gd name="T43" fmla="*/ 9017725 h 771"/>
                <a:gd name="T44" fmla="*/ 9999693 w 440"/>
                <a:gd name="T45" fmla="*/ 17214559 h 771"/>
                <a:gd name="T46" fmla="*/ 0 w 440"/>
                <a:gd name="T47" fmla="*/ 17214559 h 771"/>
                <a:gd name="T48" fmla="*/ 0 w 440"/>
                <a:gd name="T49" fmla="*/ 9064207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8448" name="Text Box 23"/>
            <p:cNvSpPr txBox="1">
              <a:spLocks noChangeArrowheads="1"/>
            </p:cNvSpPr>
            <p:nvPr/>
          </p:nvSpPr>
          <p:spPr bwMode="auto">
            <a:xfrm>
              <a:off x="4529" y="3173"/>
              <a:ext cx="178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z</a:t>
              </a:r>
            </a:p>
          </p:txBody>
        </p:sp>
        <p:sp>
          <p:nvSpPr>
            <p:cNvPr id="18449" name="Text Box 24"/>
            <p:cNvSpPr txBox="1">
              <a:spLocks noChangeArrowheads="1"/>
            </p:cNvSpPr>
            <p:nvPr/>
          </p:nvSpPr>
          <p:spPr bwMode="auto">
            <a:xfrm>
              <a:off x="3756" y="3173"/>
              <a:ext cx="231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-z</a:t>
              </a:r>
            </a:p>
          </p:txBody>
        </p:sp>
        <p:grpSp>
          <p:nvGrpSpPr>
            <p:cNvPr id="18450" name="Group 25"/>
            <p:cNvGrpSpPr>
              <a:grpSpLocks/>
            </p:cNvGrpSpPr>
            <p:nvPr/>
          </p:nvGrpSpPr>
          <p:grpSpPr bwMode="auto">
            <a:xfrm>
              <a:off x="4800" y="2602"/>
              <a:ext cx="385" cy="470"/>
              <a:chOff x="4800" y="2602"/>
              <a:chExt cx="385" cy="470"/>
            </a:xfrm>
          </p:grpSpPr>
          <p:sp>
            <p:nvSpPr>
              <p:cNvPr id="18456" name="Line 26"/>
              <p:cNvSpPr>
                <a:spLocks noChangeShapeType="1"/>
              </p:cNvSpPr>
              <p:nvPr/>
            </p:nvSpPr>
            <p:spPr bwMode="auto">
              <a:xfrm flipV="1">
                <a:off x="4800" y="2832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8457" name="Object 27"/>
              <p:cNvGraphicFramePr>
                <a:graphicFrameLocks noChangeAspect="1"/>
              </p:cNvGraphicFramePr>
              <p:nvPr/>
            </p:nvGraphicFramePr>
            <p:xfrm>
              <a:off x="5025" y="2602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177646" imgH="393359" progId="Equation.DSMT4">
                      <p:embed/>
                    </p:oleObj>
                  </mc:Choice>
                  <mc:Fallback>
                    <p:oleObj name="Equation" r:id="rId11" imgW="177646" imgH="393359" progId="Equation.DSMT4">
                      <p:embed/>
                      <p:pic>
                        <p:nvPicPr>
                          <p:cNvPr id="18457" name="Object 2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025" y="2602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18451" name="Group 28"/>
            <p:cNvGrpSpPr>
              <a:grpSpLocks/>
            </p:cNvGrpSpPr>
            <p:nvPr/>
          </p:nvGrpSpPr>
          <p:grpSpPr bwMode="auto">
            <a:xfrm>
              <a:off x="3393" y="2592"/>
              <a:ext cx="351" cy="470"/>
              <a:chOff x="2769" y="2544"/>
              <a:chExt cx="351" cy="470"/>
            </a:xfrm>
          </p:grpSpPr>
          <p:sp>
            <p:nvSpPr>
              <p:cNvPr id="18454" name="Line 29"/>
              <p:cNvSpPr>
                <a:spLocks noChangeShapeType="1"/>
              </p:cNvSpPr>
              <p:nvPr/>
            </p:nvSpPr>
            <p:spPr bwMode="auto">
              <a:xfrm flipH="1" flipV="1">
                <a:off x="2928" y="2774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8455" name="Object 30"/>
              <p:cNvGraphicFramePr>
                <a:graphicFrameLocks noChangeAspect="1"/>
              </p:cNvGraphicFramePr>
              <p:nvPr/>
            </p:nvGraphicFramePr>
            <p:xfrm>
              <a:off x="2769" y="2544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3" imgW="177646" imgH="393359" progId="Equation.DSMT4">
                      <p:embed/>
                    </p:oleObj>
                  </mc:Choice>
                  <mc:Fallback>
                    <p:oleObj name="Equation" r:id="rId13" imgW="177646" imgH="393359" progId="Equation.DSMT4">
                      <p:embed/>
                      <p:pic>
                        <p:nvPicPr>
                          <p:cNvPr id="18455" name="Object 3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69" y="2544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18452" name="Object 31"/>
            <p:cNvGraphicFramePr>
              <a:graphicFrameLocks noChangeAspect="1"/>
            </p:cNvGraphicFramePr>
            <p:nvPr/>
          </p:nvGraphicFramePr>
          <p:xfrm>
            <a:off x="4111" y="2686"/>
            <a:ext cx="309" cy="1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342603" imgH="177646" progId="Equation.DSMT4">
                    <p:embed/>
                  </p:oleObj>
                </mc:Choice>
                <mc:Fallback>
                  <p:oleObj name="Equation" r:id="rId15" imgW="342603" imgH="177646" progId="Equation.DSMT4">
                    <p:embed/>
                    <p:pic>
                      <p:nvPicPr>
                        <p:cNvPr id="18452" name="Object 3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11" y="2686"/>
                          <a:ext cx="309" cy="15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8453" name="Object 32"/>
            <p:cNvGraphicFramePr>
              <a:graphicFrameLocks noChangeAspect="1"/>
            </p:cNvGraphicFramePr>
            <p:nvPr/>
          </p:nvGraphicFramePr>
          <p:xfrm>
            <a:off x="4281" y="3600"/>
            <a:ext cx="1214" cy="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1346200" imgH="203200" progId="Equation.DSMT4">
                    <p:embed/>
                  </p:oleObj>
                </mc:Choice>
                <mc:Fallback>
                  <p:oleObj name="Equation" r:id="rId17" imgW="1346200" imgH="203200" progId="Equation.DSMT4">
                    <p:embed/>
                    <p:pic>
                      <p:nvPicPr>
                        <p:cNvPr id="18453" name="Object 3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81" y="3600"/>
                          <a:ext cx="1214" cy="18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66946" name="Object 34"/>
          <p:cNvGraphicFramePr>
            <a:graphicFrameLocks noChangeAspect="1"/>
          </p:cNvGraphicFramePr>
          <p:nvPr/>
        </p:nvGraphicFramePr>
        <p:xfrm>
          <a:off x="323850" y="5410200"/>
          <a:ext cx="6262688" cy="684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4381500" imgH="482600" progId="Equation.DSMT4">
                  <p:embed/>
                </p:oleObj>
              </mc:Choice>
              <mc:Fallback>
                <p:oleObj name="Equation" r:id="rId19" imgW="4381500" imgH="482600" progId="Equation.DSMT4">
                  <p:embed/>
                  <p:pic>
                    <p:nvPicPr>
                      <p:cNvPr id="166946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3850" y="5410200"/>
                        <a:ext cx="6262688" cy="6842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42" name="Object 35"/>
          <p:cNvGraphicFramePr>
            <a:graphicFrameLocks noChangeAspect="1"/>
          </p:cNvGraphicFramePr>
          <p:nvPr/>
        </p:nvGraphicFramePr>
        <p:xfrm>
          <a:off x="2590800" y="1524000"/>
          <a:ext cx="1582738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1104900" imgH="431800" progId="Equation.DSMT4">
                  <p:embed/>
                </p:oleObj>
              </mc:Choice>
              <mc:Fallback>
                <p:oleObj name="Equation" r:id="rId21" imgW="1104900" imgH="431800" progId="Equation.DSMT4">
                  <p:embed/>
                  <p:pic>
                    <p:nvPicPr>
                      <p:cNvPr id="18442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90800" y="1524000"/>
                        <a:ext cx="1582738" cy="6175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rgbClr val="FF33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6948" name="Object 36"/>
          <p:cNvGraphicFramePr>
            <a:graphicFrameLocks noChangeAspect="1"/>
          </p:cNvGraphicFramePr>
          <p:nvPr/>
        </p:nvGraphicFramePr>
        <p:xfrm>
          <a:off x="4484688" y="1660525"/>
          <a:ext cx="1001712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3" imgW="698500" imgH="228600" progId="Equation.DSMT4">
                  <p:embed/>
                </p:oleObj>
              </mc:Choice>
              <mc:Fallback>
                <p:oleObj name="Equation" r:id="rId23" imgW="698500" imgH="228600" progId="Equation.DSMT4">
                  <p:embed/>
                  <p:pic>
                    <p:nvPicPr>
                      <p:cNvPr id="166948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84688" y="1660525"/>
                        <a:ext cx="1001712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rgbClr val="FF33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6949" name="Object 37"/>
          <p:cNvGraphicFramePr>
            <a:graphicFrameLocks noChangeAspect="1"/>
          </p:cNvGraphicFramePr>
          <p:nvPr/>
        </p:nvGraphicFramePr>
        <p:xfrm>
          <a:off x="4465638" y="1531938"/>
          <a:ext cx="2986087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5" imgW="2082800" imgH="431800" progId="Equation.DSMT4">
                  <p:embed/>
                </p:oleObj>
              </mc:Choice>
              <mc:Fallback>
                <p:oleObj name="Equation" r:id="rId25" imgW="2082800" imgH="431800" progId="Equation.DSMT4">
                  <p:embed/>
                  <p:pic>
                    <p:nvPicPr>
                      <p:cNvPr id="166949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65638" y="1531938"/>
                        <a:ext cx="2986087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28575">
                            <a:solidFill>
                              <a:srgbClr val="FF33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E5DF64-63DB-43B3-98E6-077D1418FF9B}" type="slidenum">
              <a:rPr lang="pt-BR"/>
              <a:pPr>
                <a:defRPr/>
              </a:pPr>
              <a:t>8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6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6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6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6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69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6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6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6919" grpId="0" animBg="1"/>
      <p:bldP spid="166920" grpId="0" autoUpdateAnimBg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9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Intervalos de Confiança (Resumo)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2" name="Group 41"/>
          <p:cNvGrpSpPr>
            <a:grpSpLocks/>
          </p:cNvGrpSpPr>
          <p:nvPr/>
        </p:nvGrpSpPr>
        <p:grpSpPr bwMode="auto">
          <a:xfrm>
            <a:off x="1331913" y="1552575"/>
            <a:ext cx="4002087" cy="890588"/>
            <a:chOff x="839" y="978"/>
            <a:chExt cx="2521" cy="561"/>
          </a:xfrm>
        </p:grpSpPr>
        <p:sp>
          <p:nvSpPr>
            <p:cNvPr id="19496" name="Text Box 33"/>
            <p:cNvSpPr txBox="1">
              <a:spLocks noChangeArrowheads="1"/>
            </p:cNvSpPr>
            <p:nvPr/>
          </p:nvSpPr>
          <p:spPr bwMode="auto">
            <a:xfrm>
              <a:off x="839" y="1167"/>
              <a:ext cx="49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grpSp>
          <p:nvGrpSpPr>
            <p:cNvPr id="19497" name="Group 37"/>
            <p:cNvGrpSpPr>
              <a:grpSpLocks/>
            </p:cNvGrpSpPr>
            <p:nvPr/>
          </p:nvGrpSpPr>
          <p:grpSpPr bwMode="auto">
            <a:xfrm>
              <a:off x="1473" y="1008"/>
              <a:ext cx="413" cy="531"/>
              <a:chOff x="1056" y="1008"/>
              <a:chExt cx="413" cy="531"/>
            </a:xfrm>
          </p:grpSpPr>
          <p:graphicFrame>
            <p:nvGraphicFramePr>
              <p:cNvPr id="19501" name="Object 35"/>
              <p:cNvGraphicFramePr>
                <a:graphicFrameLocks noChangeAspect="1"/>
              </p:cNvGraphicFramePr>
              <p:nvPr/>
            </p:nvGraphicFramePr>
            <p:xfrm>
              <a:off x="1056" y="1008"/>
              <a:ext cx="413" cy="18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" imgW="457002" imgH="203112" progId="Equation.DSMT4">
                      <p:embed/>
                    </p:oleObj>
                  </mc:Choice>
                  <mc:Fallback>
                    <p:oleObj name="Equation" r:id="rId2" imgW="457002" imgH="203112" progId="Equation.DSMT4">
                      <p:embed/>
                      <p:pic>
                        <p:nvPicPr>
                          <p:cNvPr id="19501" name="Object 3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056" y="1008"/>
                            <a:ext cx="413" cy="18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9502" name="Object 36"/>
              <p:cNvGraphicFramePr>
                <a:graphicFrameLocks noChangeAspect="1"/>
              </p:cNvGraphicFramePr>
              <p:nvPr/>
            </p:nvGraphicFramePr>
            <p:xfrm>
              <a:off x="1056" y="1333"/>
              <a:ext cx="207" cy="20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228600" imgH="228600" progId="Equation.DSMT4">
                      <p:embed/>
                    </p:oleObj>
                  </mc:Choice>
                  <mc:Fallback>
                    <p:oleObj name="Equation" r:id="rId4" imgW="228600" imgH="228600" progId="Equation.DSMT4">
                      <p:embed/>
                      <p:pic>
                        <p:nvPicPr>
                          <p:cNvPr id="19502" name="Object 3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056" y="1333"/>
                            <a:ext cx="207" cy="20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9498" name="Text Box 38"/>
            <p:cNvSpPr txBox="1">
              <a:spLocks noChangeArrowheads="1"/>
            </p:cNvSpPr>
            <p:nvPr/>
          </p:nvSpPr>
          <p:spPr bwMode="auto">
            <a:xfrm>
              <a:off x="2013" y="978"/>
              <a:ext cx="114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é conhecida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99" name="Text Box 39"/>
            <p:cNvSpPr txBox="1">
              <a:spLocks noChangeArrowheads="1"/>
            </p:cNvSpPr>
            <p:nvPr/>
          </p:nvSpPr>
          <p:spPr bwMode="auto">
            <a:xfrm>
              <a:off x="2013" y="1319"/>
              <a:ext cx="1347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é desconhecida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500" name="AutoShape 40"/>
            <p:cNvSpPr>
              <a:spLocks/>
            </p:cNvSpPr>
            <p:nvPr/>
          </p:nvSpPr>
          <p:spPr bwMode="auto">
            <a:xfrm>
              <a:off x="1337" y="1008"/>
              <a:ext cx="96" cy="528"/>
            </a:xfrm>
            <a:prstGeom prst="leftBrace">
              <a:avLst>
                <a:gd name="adj1" fmla="val 45833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66"/>
          <p:cNvGrpSpPr>
            <a:grpSpLocks/>
          </p:cNvGrpSpPr>
          <p:nvPr/>
        </p:nvGrpSpPr>
        <p:grpSpPr bwMode="auto">
          <a:xfrm>
            <a:off x="1331913" y="2636838"/>
            <a:ext cx="1419225" cy="457200"/>
            <a:chOff x="839" y="1824"/>
            <a:chExt cx="894" cy="288"/>
          </a:xfrm>
        </p:grpSpPr>
        <p:sp>
          <p:nvSpPr>
            <p:cNvPr id="19493" name="Text Box 43"/>
            <p:cNvSpPr txBox="1">
              <a:spLocks noChangeArrowheads="1"/>
            </p:cNvSpPr>
            <p:nvPr/>
          </p:nvSpPr>
          <p:spPr bwMode="auto">
            <a:xfrm>
              <a:off x="839" y="1869"/>
              <a:ext cx="57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</a:p>
          </p:txBody>
        </p:sp>
        <p:graphicFrame>
          <p:nvGraphicFramePr>
            <p:cNvPr id="19494" name="Object 45"/>
            <p:cNvGraphicFramePr>
              <a:graphicFrameLocks noChangeAspect="1"/>
            </p:cNvGraphicFramePr>
            <p:nvPr/>
          </p:nvGraphicFramePr>
          <p:xfrm>
            <a:off x="1480" y="1854"/>
            <a:ext cx="253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279279" imgH="241195" progId="Equation.DSMT4">
                    <p:embed/>
                  </p:oleObj>
                </mc:Choice>
                <mc:Fallback>
                  <p:oleObj name="Equation" r:id="rId6" imgW="279279" imgH="241195" progId="Equation.DSMT4">
                    <p:embed/>
                    <p:pic>
                      <p:nvPicPr>
                        <p:cNvPr id="19494" name="Object 4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80" y="1854"/>
                          <a:ext cx="253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9495" name="AutoShape 65"/>
            <p:cNvSpPr>
              <a:spLocks/>
            </p:cNvSpPr>
            <p:nvPr/>
          </p:nvSpPr>
          <p:spPr bwMode="auto">
            <a:xfrm>
              <a:off x="1379" y="1824"/>
              <a:ext cx="96" cy="288"/>
            </a:xfrm>
            <a:prstGeom prst="leftBrace">
              <a:avLst>
                <a:gd name="adj1" fmla="val 2500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" name="Group 74"/>
          <p:cNvGrpSpPr>
            <a:grpSpLocks/>
          </p:cNvGrpSpPr>
          <p:nvPr/>
        </p:nvGrpSpPr>
        <p:grpSpPr bwMode="auto">
          <a:xfrm>
            <a:off x="1331913" y="4648200"/>
            <a:ext cx="1779587" cy="652463"/>
            <a:chOff x="864" y="3077"/>
            <a:chExt cx="1121" cy="411"/>
          </a:xfrm>
        </p:grpSpPr>
        <p:sp>
          <p:nvSpPr>
            <p:cNvPr id="19489" name="Text Box 68"/>
            <p:cNvSpPr txBox="1">
              <a:spLocks noChangeArrowheads="1"/>
            </p:cNvSpPr>
            <p:nvPr/>
          </p:nvSpPr>
          <p:spPr bwMode="auto">
            <a:xfrm>
              <a:off x="864" y="3165"/>
              <a:ext cx="41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</a:p>
          </p:txBody>
        </p:sp>
        <p:graphicFrame>
          <p:nvGraphicFramePr>
            <p:cNvPr id="19490" name="Object 69"/>
            <p:cNvGraphicFramePr>
              <a:graphicFrameLocks noChangeAspect="1"/>
            </p:cNvGraphicFramePr>
            <p:nvPr/>
          </p:nvGraphicFramePr>
          <p:xfrm>
            <a:off x="1536" y="3150"/>
            <a:ext cx="449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495085" imgH="241195" progId="Equation.DSMT4">
                    <p:embed/>
                  </p:oleObj>
                </mc:Choice>
                <mc:Fallback>
                  <p:oleObj name="Equation" r:id="rId8" imgW="495085" imgH="241195" progId="Equation.DSMT4">
                    <p:embed/>
                    <p:pic>
                      <p:nvPicPr>
                        <p:cNvPr id="19490" name="Object 6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536" y="3150"/>
                          <a:ext cx="449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9491" name="AutoShape 70"/>
            <p:cNvSpPr>
              <a:spLocks/>
            </p:cNvSpPr>
            <p:nvPr/>
          </p:nvSpPr>
          <p:spPr bwMode="auto">
            <a:xfrm>
              <a:off x="1429" y="3120"/>
              <a:ext cx="96" cy="288"/>
            </a:xfrm>
            <a:prstGeom prst="leftBrace">
              <a:avLst>
                <a:gd name="adj1" fmla="val 2500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9492" name="Object 72"/>
            <p:cNvGraphicFramePr>
              <a:graphicFrameLocks noChangeAspect="1"/>
            </p:cNvGraphicFramePr>
            <p:nvPr/>
          </p:nvGraphicFramePr>
          <p:xfrm>
            <a:off x="1200" y="3077"/>
            <a:ext cx="219" cy="41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241300" imgH="457200" progId="Equation.DSMT4">
                    <p:embed/>
                  </p:oleObj>
                </mc:Choice>
                <mc:Fallback>
                  <p:oleObj name="Equation" r:id="rId10" imgW="241300" imgH="457200" progId="Equation.DSMT4">
                    <p:embed/>
                    <p:pic>
                      <p:nvPicPr>
                        <p:cNvPr id="19492" name="Object 7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200" y="3077"/>
                          <a:ext cx="219" cy="41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6" name="Group 88"/>
          <p:cNvGrpSpPr>
            <a:grpSpLocks/>
          </p:cNvGrpSpPr>
          <p:nvPr/>
        </p:nvGrpSpPr>
        <p:grpSpPr bwMode="auto">
          <a:xfrm>
            <a:off x="1331913" y="5419725"/>
            <a:ext cx="1676400" cy="457200"/>
            <a:chOff x="839" y="3360"/>
            <a:chExt cx="1056" cy="288"/>
          </a:xfrm>
        </p:grpSpPr>
        <p:sp>
          <p:nvSpPr>
            <p:cNvPr id="19486" name="Text Box 76"/>
            <p:cNvSpPr txBox="1">
              <a:spLocks noChangeArrowheads="1"/>
            </p:cNvSpPr>
            <p:nvPr/>
          </p:nvSpPr>
          <p:spPr bwMode="auto">
            <a:xfrm>
              <a:off x="839" y="3398"/>
              <a:ext cx="55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 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 </a:t>
              </a:r>
            </a:p>
          </p:txBody>
        </p:sp>
        <p:graphicFrame>
          <p:nvGraphicFramePr>
            <p:cNvPr id="19487" name="Object 77"/>
            <p:cNvGraphicFramePr>
              <a:graphicFrameLocks noChangeAspect="1"/>
            </p:cNvGraphicFramePr>
            <p:nvPr/>
          </p:nvGraphicFramePr>
          <p:xfrm>
            <a:off x="1481" y="3412"/>
            <a:ext cx="414" cy="1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457002" imgH="203112" progId="Equation.DSMT4">
                    <p:embed/>
                  </p:oleObj>
                </mc:Choice>
                <mc:Fallback>
                  <p:oleObj name="Equation" r:id="rId12" imgW="457002" imgH="203112" progId="Equation.DSMT4">
                    <p:embed/>
                    <p:pic>
                      <p:nvPicPr>
                        <p:cNvPr id="19487" name="Object 7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81" y="3412"/>
                          <a:ext cx="414" cy="18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9488" name="AutoShape 78"/>
            <p:cNvSpPr>
              <a:spLocks/>
            </p:cNvSpPr>
            <p:nvPr/>
          </p:nvSpPr>
          <p:spPr bwMode="auto">
            <a:xfrm>
              <a:off x="1379" y="3360"/>
              <a:ext cx="96" cy="288"/>
            </a:xfrm>
            <a:prstGeom prst="leftBrace">
              <a:avLst>
                <a:gd name="adj1" fmla="val 2500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oup 87"/>
          <p:cNvGrpSpPr>
            <a:grpSpLocks/>
          </p:cNvGrpSpPr>
          <p:nvPr/>
        </p:nvGrpSpPr>
        <p:grpSpPr bwMode="auto">
          <a:xfrm>
            <a:off x="1331913" y="6059488"/>
            <a:ext cx="2057400" cy="457200"/>
            <a:chOff x="839" y="3817"/>
            <a:chExt cx="1296" cy="288"/>
          </a:xfrm>
        </p:grpSpPr>
        <p:sp>
          <p:nvSpPr>
            <p:cNvPr id="19483" name="Text Box 81"/>
            <p:cNvSpPr txBox="1">
              <a:spLocks noChangeArrowheads="1"/>
            </p:cNvSpPr>
            <p:nvPr/>
          </p:nvSpPr>
          <p:spPr bwMode="auto">
            <a:xfrm>
              <a:off x="839" y="3855"/>
              <a:ext cx="83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 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1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 – p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 </a:t>
              </a:r>
            </a:p>
          </p:txBody>
        </p:sp>
        <p:graphicFrame>
          <p:nvGraphicFramePr>
            <p:cNvPr id="19484" name="Object 82"/>
            <p:cNvGraphicFramePr>
              <a:graphicFrameLocks noChangeAspect="1"/>
            </p:cNvGraphicFramePr>
            <p:nvPr/>
          </p:nvGraphicFramePr>
          <p:xfrm>
            <a:off x="1721" y="3869"/>
            <a:ext cx="414" cy="1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457002" imgH="203112" progId="Equation.DSMT4">
                    <p:embed/>
                  </p:oleObj>
                </mc:Choice>
                <mc:Fallback>
                  <p:oleObj name="Equation" r:id="rId13" imgW="457002" imgH="203112" progId="Equation.DSMT4">
                    <p:embed/>
                    <p:pic>
                      <p:nvPicPr>
                        <p:cNvPr id="19484" name="Object 8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21" y="3869"/>
                          <a:ext cx="414" cy="18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9485" name="AutoShape 83"/>
            <p:cNvSpPr>
              <a:spLocks/>
            </p:cNvSpPr>
            <p:nvPr/>
          </p:nvSpPr>
          <p:spPr bwMode="auto">
            <a:xfrm>
              <a:off x="1619" y="3817"/>
              <a:ext cx="96" cy="288"/>
            </a:xfrm>
            <a:prstGeom prst="leftBrace">
              <a:avLst>
                <a:gd name="adj1" fmla="val 2500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8" name="Group 95"/>
          <p:cNvGrpSpPr>
            <a:grpSpLocks/>
          </p:cNvGrpSpPr>
          <p:nvPr/>
        </p:nvGrpSpPr>
        <p:grpSpPr bwMode="auto">
          <a:xfrm>
            <a:off x="1331913" y="3192463"/>
            <a:ext cx="6405562" cy="1428750"/>
            <a:chOff x="839" y="1979"/>
            <a:chExt cx="4035" cy="900"/>
          </a:xfrm>
        </p:grpSpPr>
        <p:sp>
          <p:nvSpPr>
            <p:cNvPr id="19466" name="Text Box 51"/>
            <p:cNvSpPr txBox="1">
              <a:spLocks noChangeArrowheads="1"/>
            </p:cNvSpPr>
            <p:nvPr/>
          </p:nvSpPr>
          <p:spPr bwMode="auto">
            <a:xfrm>
              <a:off x="839" y="2296"/>
              <a:ext cx="75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1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 -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2</a:t>
              </a:r>
            </a:p>
          </p:txBody>
        </p:sp>
        <p:sp>
          <p:nvSpPr>
            <p:cNvPr id="19467" name="Text Box 55"/>
            <p:cNvSpPr txBox="1">
              <a:spLocks noChangeArrowheads="1"/>
            </p:cNvSpPr>
            <p:nvPr/>
          </p:nvSpPr>
          <p:spPr bwMode="auto">
            <a:xfrm>
              <a:off x="2253" y="1979"/>
              <a:ext cx="1673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e      são conhecidas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68" name="Text Box 56"/>
            <p:cNvSpPr txBox="1">
              <a:spLocks noChangeArrowheads="1"/>
            </p:cNvSpPr>
            <p:nvPr/>
          </p:nvSpPr>
          <p:spPr bwMode="auto">
            <a:xfrm>
              <a:off x="2253" y="2320"/>
              <a:ext cx="2185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e      são desconhecidas, mas</a:t>
              </a:r>
            </a:p>
          </p:txBody>
        </p:sp>
        <p:sp>
          <p:nvSpPr>
            <p:cNvPr id="19469" name="AutoShape 57"/>
            <p:cNvSpPr>
              <a:spLocks/>
            </p:cNvSpPr>
            <p:nvPr/>
          </p:nvSpPr>
          <p:spPr bwMode="auto">
            <a:xfrm>
              <a:off x="1577" y="2009"/>
              <a:ext cx="124" cy="831"/>
            </a:xfrm>
            <a:prstGeom prst="leftBrace">
              <a:avLst>
                <a:gd name="adj1" fmla="val 5584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9470" name="Object 58"/>
            <p:cNvGraphicFramePr>
              <a:graphicFrameLocks noChangeAspect="1"/>
            </p:cNvGraphicFramePr>
            <p:nvPr/>
          </p:nvGraphicFramePr>
          <p:xfrm>
            <a:off x="2471" y="1979"/>
            <a:ext cx="184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203112" imgH="241195" progId="Equation.DSMT4">
                    <p:embed/>
                  </p:oleObj>
                </mc:Choice>
                <mc:Fallback>
                  <p:oleObj name="Equation" r:id="rId14" imgW="203112" imgH="241195" progId="Equation.DSMT4">
                    <p:embed/>
                    <p:pic>
                      <p:nvPicPr>
                        <p:cNvPr id="19470" name="Object 5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71" y="1979"/>
                          <a:ext cx="184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9471" name="Object 59"/>
            <p:cNvGraphicFramePr>
              <a:graphicFrameLocks noChangeAspect="1"/>
            </p:cNvGraphicFramePr>
            <p:nvPr/>
          </p:nvGraphicFramePr>
          <p:xfrm>
            <a:off x="2769" y="1979"/>
            <a:ext cx="184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203112" imgH="241195" progId="Equation.DSMT4">
                    <p:embed/>
                  </p:oleObj>
                </mc:Choice>
                <mc:Fallback>
                  <p:oleObj name="Equation" r:id="rId16" imgW="203112" imgH="241195" progId="Equation.DSMT4">
                    <p:embed/>
                    <p:pic>
                      <p:nvPicPr>
                        <p:cNvPr id="19471" name="Object 5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69" y="1979"/>
                          <a:ext cx="184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9472" name="Object 60"/>
            <p:cNvGraphicFramePr>
              <a:graphicFrameLocks noChangeAspect="1"/>
            </p:cNvGraphicFramePr>
            <p:nvPr/>
          </p:nvGraphicFramePr>
          <p:xfrm>
            <a:off x="2471" y="2323"/>
            <a:ext cx="184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203112" imgH="241195" progId="Equation.DSMT4">
                    <p:embed/>
                  </p:oleObj>
                </mc:Choice>
                <mc:Fallback>
                  <p:oleObj name="Equation" r:id="rId18" imgW="203112" imgH="241195" progId="Equation.DSMT4">
                    <p:embed/>
                    <p:pic>
                      <p:nvPicPr>
                        <p:cNvPr id="19472" name="Object 6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71" y="2323"/>
                          <a:ext cx="184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9473" name="Object 61"/>
            <p:cNvGraphicFramePr>
              <a:graphicFrameLocks noChangeAspect="1"/>
            </p:cNvGraphicFramePr>
            <p:nvPr/>
          </p:nvGraphicFramePr>
          <p:xfrm>
            <a:off x="2769" y="2323"/>
            <a:ext cx="184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9" imgW="203112" imgH="241195" progId="Equation.DSMT4">
                    <p:embed/>
                  </p:oleObj>
                </mc:Choice>
                <mc:Fallback>
                  <p:oleObj name="Equation" r:id="rId19" imgW="203112" imgH="241195" progId="Equation.DSMT4">
                    <p:embed/>
                    <p:pic>
                      <p:nvPicPr>
                        <p:cNvPr id="19473" name="Object 6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69" y="2323"/>
                          <a:ext cx="184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9474" name="Object 62"/>
            <p:cNvGraphicFramePr>
              <a:graphicFrameLocks noChangeAspect="1"/>
            </p:cNvGraphicFramePr>
            <p:nvPr/>
          </p:nvGraphicFramePr>
          <p:xfrm>
            <a:off x="4391" y="2320"/>
            <a:ext cx="483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0" imgW="533169" imgH="241195" progId="Equation.DSMT4">
                    <p:embed/>
                  </p:oleObj>
                </mc:Choice>
                <mc:Fallback>
                  <p:oleObj name="Equation" r:id="rId20" imgW="533169" imgH="241195" progId="Equation.DSMT4">
                    <p:embed/>
                    <p:pic>
                      <p:nvPicPr>
                        <p:cNvPr id="19474" name="Object 6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91" y="2320"/>
                          <a:ext cx="483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19475" name="Group 94"/>
            <p:cNvGrpSpPr>
              <a:grpSpLocks/>
            </p:cNvGrpSpPr>
            <p:nvPr/>
          </p:nvGrpSpPr>
          <p:grpSpPr bwMode="auto">
            <a:xfrm>
              <a:off x="1713" y="2009"/>
              <a:ext cx="413" cy="823"/>
              <a:chOff x="1713" y="2009"/>
              <a:chExt cx="413" cy="823"/>
            </a:xfrm>
          </p:grpSpPr>
          <p:graphicFrame>
            <p:nvGraphicFramePr>
              <p:cNvPr id="19480" name="Object 53"/>
              <p:cNvGraphicFramePr>
                <a:graphicFrameLocks noChangeAspect="1"/>
              </p:cNvGraphicFramePr>
              <p:nvPr/>
            </p:nvGraphicFramePr>
            <p:xfrm>
              <a:off x="1713" y="2009"/>
              <a:ext cx="413" cy="18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2" imgW="457002" imgH="203112" progId="Equation.DSMT4">
                      <p:embed/>
                    </p:oleObj>
                  </mc:Choice>
                  <mc:Fallback>
                    <p:oleObj name="Equation" r:id="rId22" imgW="457002" imgH="203112" progId="Equation.DSMT4">
                      <p:embed/>
                      <p:pic>
                        <p:nvPicPr>
                          <p:cNvPr id="19480" name="Object 5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713" y="2009"/>
                            <a:ext cx="413" cy="18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9481" name="Object 54"/>
              <p:cNvGraphicFramePr>
                <a:graphicFrameLocks noChangeAspect="1"/>
              </p:cNvGraphicFramePr>
              <p:nvPr/>
            </p:nvGraphicFramePr>
            <p:xfrm>
              <a:off x="1713" y="2294"/>
              <a:ext cx="368" cy="21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3" imgW="406224" imgH="241195" progId="Equation.DSMT4">
                      <p:embed/>
                    </p:oleObj>
                  </mc:Choice>
                  <mc:Fallback>
                    <p:oleObj name="Equation" r:id="rId23" imgW="406224" imgH="241195" progId="Equation.DSMT4">
                      <p:embed/>
                      <p:pic>
                        <p:nvPicPr>
                          <p:cNvPr id="19481" name="Object 5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713" y="2294"/>
                            <a:ext cx="368" cy="21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9482" name="Object 89"/>
              <p:cNvGraphicFramePr>
                <a:graphicFrameLocks noChangeAspect="1"/>
              </p:cNvGraphicFramePr>
              <p:nvPr/>
            </p:nvGraphicFramePr>
            <p:xfrm>
              <a:off x="1713" y="2614"/>
              <a:ext cx="138" cy="21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5" imgW="152334" imgH="241195" progId="Equation.DSMT4">
                      <p:embed/>
                    </p:oleObj>
                  </mc:Choice>
                  <mc:Fallback>
                    <p:oleObj name="Equation" r:id="rId25" imgW="152334" imgH="241195" progId="Equation.DSMT4">
                      <p:embed/>
                      <p:pic>
                        <p:nvPicPr>
                          <p:cNvPr id="19482" name="Object 8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713" y="2614"/>
                            <a:ext cx="138" cy="21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9476" name="Text Box 90"/>
            <p:cNvSpPr txBox="1">
              <a:spLocks noChangeArrowheads="1"/>
            </p:cNvSpPr>
            <p:nvPr/>
          </p:nvSpPr>
          <p:spPr bwMode="auto">
            <a:xfrm>
              <a:off x="2253" y="2659"/>
              <a:ext cx="2185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e      são desconhecidas, mas</a:t>
              </a:r>
            </a:p>
          </p:txBody>
        </p:sp>
        <p:graphicFrame>
          <p:nvGraphicFramePr>
            <p:cNvPr id="19477" name="Object 91"/>
            <p:cNvGraphicFramePr>
              <a:graphicFrameLocks noChangeAspect="1"/>
            </p:cNvGraphicFramePr>
            <p:nvPr/>
          </p:nvGraphicFramePr>
          <p:xfrm>
            <a:off x="2471" y="2662"/>
            <a:ext cx="184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7" imgW="203112" imgH="241195" progId="Equation.DSMT4">
                    <p:embed/>
                  </p:oleObj>
                </mc:Choice>
                <mc:Fallback>
                  <p:oleObj name="Equation" r:id="rId27" imgW="203112" imgH="241195" progId="Equation.DSMT4">
                    <p:embed/>
                    <p:pic>
                      <p:nvPicPr>
                        <p:cNvPr id="19477" name="Object 9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71" y="2662"/>
                          <a:ext cx="184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9478" name="Object 92"/>
            <p:cNvGraphicFramePr>
              <a:graphicFrameLocks noChangeAspect="1"/>
            </p:cNvGraphicFramePr>
            <p:nvPr/>
          </p:nvGraphicFramePr>
          <p:xfrm>
            <a:off x="2769" y="2662"/>
            <a:ext cx="184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8" imgW="203112" imgH="241195" progId="Equation.DSMT4">
                    <p:embed/>
                  </p:oleObj>
                </mc:Choice>
                <mc:Fallback>
                  <p:oleObj name="Equation" r:id="rId28" imgW="203112" imgH="241195" progId="Equation.DSMT4">
                    <p:embed/>
                    <p:pic>
                      <p:nvPicPr>
                        <p:cNvPr id="19478" name="Object 9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69" y="2662"/>
                          <a:ext cx="184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9479" name="Object 93"/>
            <p:cNvGraphicFramePr>
              <a:graphicFrameLocks noChangeAspect="1"/>
            </p:cNvGraphicFramePr>
            <p:nvPr/>
          </p:nvGraphicFramePr>
          <p:xfrm>
            <a:off x="4391" y="2659"/>
            <a:ext cx="483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9" imgW="533169" imgH="241195" progId="Equation.DSMT4">
                    <p:embed/>
                  </p:oleObj>
                </mc:Choice>
                <mc:Fallback>
                  <p:oleObj name="Equation" r:id="rId29" imgW="533169" imgH="241195" progId="Equation.DSMT4">
                    <p:embed/>
                    <p:pic>
                      <p:nvPicPr>
                        <p:cNvPr id="19479" name="Object 9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91" y="2659"/>
                          <a:ext cx="483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F948F2C-2B6E-4A78-AD22-346810D7EAD2}" type="slidenum">
              <a:rPr lang="pt-BR"/>
              <a:pPr>
                <a:defRPr/>
              </a:pPr>
              <a:t>9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4872</TotalTime>
  <Words>424</Words>
  <Application>Microsoft Office PowerPoint</Application>
  <PresentationFormat>Apresentação na tela (4:3)</PresentationFormat>
  <Paragraphs>90</Paragraphs>
  <Slides>9</Slides>
  <Notes>0</Notes>
  <HiddenSlides>0</HiddenSlides>
  <MMClips>0</MMClips>
  <ScaleCrop>false</ScaleCrop>
  <HeadingPairs>
    <vt:vector size="8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7" baseType="lpstr">
      <vt:lpstr>Arial Unicode MS</vt:lpstr>
      <vt:lpstr>Calibri</vt:lpstr>
      <vt:lpstr>Comic Sans MS</vt:lpstr>
      <vt:lpstr>Symbol</vt:lpstr>
      <vt:lpstr>Tahoma</vt:lpstr>
      <vt:lpstr>Times New Roman</vt:lpstr>
      <vt:lpstr>Estrutura padrão</vt:lpstr>
      <vt:lpstr>Equation</vt:lpstr>
      <vt:lpstr>Estatística: Aplicação ao Sensoriamento Remoto  SER 204  Intervalo de Confiança (Extra)</vt:lpstr>
      <vt:lpstr>Intervalo de Confiança para 1 - 2</vt:lpstr>
      <vt:lpstr>Intervalo de Confiança para 1 - 2</vt:lpstr>
      <vt:lpstr>Intervalo de Confiança para 1 - 2</vt:lpstr>
      <vt:lpstr>Apresentação do PowerPoint</vt:lpstr>
      <vt:lpstr>Apresentação do PowerPoint</vt:lpstr>
      <vt:lpstr>Apresentação do PowerPoint</vt:lpstr>
      <vt:lpstr>Intervalo de Confiança para p1 – p2</vt:lpstr>
      <vt:lpstr>Intervalos de Confiança (Resumo)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Intervalo de Confiança</dc:title>
  <dc:creator>Camilo Daleles Rennó, DPI/INPE</dc:creator>
  <cp:lastModifiedBy>Camilo Daleles Rennó</cp:lastModifiedBy>
  <cp:revision>392</cp:revision>
  <dcterms:created xsi:type="dcterms:W3CDTF">2003-03-18T00:57:51Z</dcterms:created>
  <dcterms:modified xsi:type="dcterms:W3CDTF">2026-05-18T17:16:53Z</dcterms:modified>
</cp:coreProperties>
</file>