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sldIdLst>
    <p:sldId id="345" r:id="rId2"/>
    <p:sldId id="374" r:id="rId3"/>
    <p:sldId id="375" r:id="rId4"/>
    <p:sldId id="366" r:id="rId5"/>
    <p:sldId id="388" r:id="rId6"/>
    <p:sldId id="393" r:id="rId7"/>
    <p:sldId id="377" r:id="rId8"/>
    <p:sldId id="394" r:id="rId9"/>
    <p:sldId id="395" r:id="rId10"/>
    <p:sldId id="396" r:id="rId11"/>
  </p:sldIdLst>
  <p:sldSz cx="9144000" cy="6858000" type="screen4x3"/>
  <p:notesSz cx="6858000" cy="9144000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DDDDDD"/>
    <a:srgbClr val="D9D9D9"/>
    <a:srgbClr val="000000"/>
    <a:srgbClr val="EAEAEA"/>
    <a:srgbClr val="FFFF00"/>
    <a:srgbClr val="C0C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BF3A95-57CA-4D98-9CFB-8B7B64EDDBBA}" v="2" dt="2026-06-13T20:43:58.8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51" autoAdjust="0"/>
    <p:restoredTop sz="94714" autoAdjust="0"/>
  </p:normalViewPr>
  <p:slideViewPr>
    <p:cSldViewPr>
      <p:cViewPr varScale="1">
        <p:scale>
          <a:sx n="98" d="100"/>
          <a:sy n="98" d="100"/>
        </p:scale>
        <p:origin x="2628" y="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142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_rels/viewProps.xml.rels><?xml version="1.0" encoding="UTF-8" standalone="yes"?>
<Relationships xmlns="http://schemas.openxmlformats.org/package/2006/relationships"><Relationship Id="rId8" Type="http://schemas.openxmlformats.org/officeDocument/2006/relationships/slide" Target="slides/slide10.xml"/><Relationship Id="rId3" Type="http://schemas.openxmlformats.org/officeDocument/2006/relationships/slide" Target="slides/slide3.xml"/><Relationship Id="rId7" Type="http://schemas.openxmlformats.org/officeDocument/2006/relationships/slide" Target="slides/slide9.xml"/><Relationship Id="rId2" Type="http://schemas.openxmlformats.org/officeDocument/2006/relationships/slide" Target="slides/slide2.xml"/><Relationship Id="rId1" Type="http://schemas.openxmlformats.org/officeDocument/2006/relationships/slide" Target="slides/slide1.xml"/><Relationship Id="rId6" Type="http://schemas.openxmlformats.org/officeDocument/2006/relationships/slide" Target="slides/slide8.xml"/><Relationship Id="rId5" Type="http://schemas.openxmlformats.org/officeDocument/2006/relationships/slide" Target="slides/slide7.xml"/><Relationship Id="rId4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Daleles Rennó" userId="eac9aab033b2f962" providerId="LiveId" clId="{2F84B5F6-56BC-4922-A3EF-887C69771227}"/>
    <pc:docChg chg="custSel modSld">
      <pc:chgData name="Camilo Daleles Rennó" userId="eac9aab033b2f962" providerId="LiveId" clId="{2F84B5F6-56BC-4922-A3EF-887C69771227}" dt="2026-05-18T17:11:50.350" v="1"/>
      <pc:docMkLst>
        <pc:docMk/>
      </pc:docMkLst>
      <pc:sldChg chg="addSp delSp modSp mod">
        <pc:chgData name="Camilo Daleles Rennó" userId="eac9aab033b2f962" providerId="LiveId" clId="{2F84B5F6-56BC-4922-A3EF-887C69771227}" dt="2026-05-18T17:11:50.350" v="1"/>
        <pc:sldMkLst>
          <pc:docMk/>
          <pc:sldMk cId="0" sldId="345"/>
        </pc:sldMkLst>
        <pc:spChg chg="add mod">
          <ac:chgData name="Camilo Daleles Rennó" userId="eac9aab033b2f962" providerId="LiveId" clId="{2F84B5F6-56BC-4922-A3EF-887C69771227}" dt="2026-05-18T17:11:50.350" v="1"/>
          <ac:spMkLst>
            <pc:docMk/>
            <pc:sldMk cId="0" sldId="345"/>
            <ac:spMk id="2" creationId="{8D55D100-C5A2-C7CD-7248-EB7E281A3234}"/>
          </ac:spMkLst>
        </pc:spChg>
      </pc:sldChg>
    </pc:docChg>
  </pc:docChgLst>
  <pc:docChgLst>
    <pc:chgData name="Camilo Daleles Rennó" userId="eac9aab033b2f962" providerId="LiveId" clId="{AF66D22B-69B9-4EF0-A235-CDDC9B91D6AB}"/>
    <pc:docChg chg="custSel addSld delSld modSld sldOrd">
      <pc:chgData name="Camilo Daleles Rennó" userId="eac9aab033b2f962" providerId="LiveId" clId="{AF66D22B-69B9-4EF0-A235-CDDC9B91D6AB}" dt="2026-06-13T20:47:30.672" v="88" actId="22"/>
      <pc:docMkLst>
        <pc:docMk/>
      </pc:docMkLst>
      <pc:sldChg chg="modSp mod">
        <pc:chgData name="Camilo Daleles Rennó" userId="eac9aab033b2f962" providerId="LiveId" clId="{AF66D22B-69B9-4EF0-A235-CDDC9B91D6AB}" dt="2026-06-13T20:34:12.274" v="29" actId="20577"/>
        <pc:sldMkLst>
          <pc:docMk/>
          <pc:sldMk cId="0" sldId="366"/>
        </pc:sldMkLst>
        <pc:spChg chg="mod">
          <ac:chgData name="Camilo Daleles Rennó" userId="eac9aab033b2f962" providerId="LiveId" clId="{AF66D22B-69B9-4EF0-A235-CDDC9B91D6AB}" dt="2026-06-13T20:34:12.274" v="29" actId="20577"/>
          <ac:spMkLst>
            <pc:docMk/>
            <pc:sldMk cId="0" sldId="366"/>
            <ac:spMk id="19459" creationId="{00000000-0000-0000-0000-000000000000}"/>
          </ac:spMkLst>
        </pc:spChg>
      </pc:sldChg>
      <pc:sldChg chg="modSp mod">
        <pc:chgData name="Camilo Daleles Rennó" userId="eac9aab033b2f962" providerId="LiveId" clId="{AF66D22B-69B9-4EF0-A235-CDDC9B91D6AB}" dt="2026-06-13T20:33:06.109" v="10" actId="20577"/>
        <pc:sldMkLst>
          <pc:docMk/>
          <pc:sldMk cId="33346296" sldId="374"/>
        </pc:sldMkLst>
        <pc:spChg chg="mod">
          <ac:chgData name="Camilo Daleles Rennó" userId="eac9aab033b2f962" providerId="LiveId" clId="{AF66D22B-69B9-4EF0-A235-CDDC9B91D6AB}" dt="2026-06-13T20:33:06.109" v="10" actId="20577"/>
          <ac:spMkLst>
            <pc:docMk/>
            <pc:sldMk cId="33346296" sldId="374"/>
            <ac:spMk id="5" creationId="{00000000-0000-0000-0000-000000000000}"/>
          </ac:spMkLst>
        </pc:spChg>
      </pc:sldChg>
      <pc:sldChg chg="modSp mod">
        <pc:chgData name="Camilo Daleles Rennó" userId="eac9aab033b2f962" providerId="LiveId" clId="{AF66D22B-69B9-4EF0-A235-CDDC9B91D6AB}" dt="2026-06-13T20:35:41.558" v="30" actId="20577"/>
        <pc:sldMkLst>
          <pc:docMk/>
          <pc:sldMk cId="1877254047" sldId="393"/>
        </pc:sldMkLst>
        <pc:spChg chg="mod">
          <ac:chgData name="Camilo Daleles Rennó" userId="eac9aab033b2f962" providerId="LiveId" clId="{AF66D22B-69B9-4EF0-A235-CDDC9B91D6AB}" dt="2026-06-13T20:35:41.558" v="30" actId="20577"/>
          <ac:spMkLst>
            <pc:docMk/>
            <pc:sldMk cId="1877254047" sldId="393"/>
            <ac:spMk id="3075" creationId="{00000000-0000-0000-0000-000000000000}"/>
          </ac:spMkLst>
        </pc:spChg>
      </pc:sldChg>
      <pc:sldChg chg="addSp delSp mod">
        <pc:chgData name="Camilo Daleles Rennó" userId="eac9aab033b2f962" providerId="LiveId" clId="{AF66D22B-69B9-4EF0-A235-CDDC9B91D6AB}" dt="2026-06-13T20:38:09.771" v="32" actId="22"/>
        <pc:sldMkLst>
          <pc:docMk/>
          <pc:sldMk cId="2956632756" sldId="394"/>
        </pc:sldMkLst>
        <pc:picChg chg="add">
          <ac:chgData name="Camilo Daleles Rennó" userId="eac9aab033b2f962" providerId="LiveId" clId="{AF66D22B-69B9-4EF0-A235-CDDC9B91D6AB}" dt="2026-06-13T20:38:09.771" v="32" actId="22"/>
          <ac:picMkLst>
            <pc:docMk/>
            <pc:sldMk cId="2956632756" sldId="394"/>
            <ac:picMk id="3" creationId="{BB5D00E7-EF6A-407C-2951-2E03B734E3BB}"/>
          </ac:picMkLst>
        </pc:picChg>
        <pc:picChg chg="del">
          <ac:chgData name="Camilo Daleles Rennó" userId="eac9aab033b2f962" providerId="LiveId" clId="{AF66D22B-69B9-4EF0-A235-CDDC9B91D6AB}" dt="2026-06-13T20:38:05.006" v="31" actId="478"/>
          <ac:picMkLst>
            <pc:docMk/>
            <pc:sldMk cId="2956632756" sldId="394"/>
            <ac:picMk id="9" creationId="{4F03EC55-8767-F28F-A029-D73269292570}"/>
          </ac:picMkLst>
        </pc:picChg>
      </pc:sldChg>
      <pc:sldChg chg="addSp delSp modSp mod">
        <pc:chgData name="Camilo Daleles Rennó" userId="eac9aab033b2f962" providerId="LiveId" clId="{AF66D22B-69B9-4EF0-A235-CDDC9B91D6AB}" dt="2026-06-13T20:45:51.957" v="82" actId="14100"/>
        <pc:sldMkLst>
          <pc:docMk/>
          <pc:sldMk cId="3928394977" sldId="395"/>
        </pc:sldMkLst>
        <pc:spChg chg="mod">
          <ac:chgData name="Camilo Daleles Rennó" userId="eac9aab033b2f962" providerId="LiveId" clId="{AF66D22B-69B9-4EF0-A235-CDDC9B91D6AB}" dt="2026-06-13T20:39:29.454" v="47" actId="1035"/>
          <ac:spMkLst>
            <pc:docMk/>
            <pc:sldMk cId="3928394977" sldId="395"/>
            <ac:spMk id="4" creationId="{00000000-0000-0000-0000-000000000000}"/>
          </ac:spMkLst>
        </pc:spChg>
        <pc:spChg chg="mod">
          <ac:chgData name="Camilo Daleles Rennó" userId="eac9aab033b2f962" providerId="LiveId" clId="{AF66D22B-69B9-4EF0-A235-CDDC9B91D6AB}" dt="2026-06-13T20:39:29.454" v="47" actId="1035"/>
          <ac:spMkLst>
            <pc:docMk/>
            <pc:sldMk cId="3928394977" sldId="395"/>
            <ac:spMk id="7" creationId="{4C6BF194-C996-C851-56D8-C4F059D6A25B}"/>
          </ac:spMkLst>
        </pc:spChg>
        <pc:spChg chg="mod">
          <ac:chgData name="Camilo Daleles Rennó" userId="eac9aab033b2f962" providerId="LiveId" clId="{AF66D22B-69B9-4EF0-A235-CDDC9B91D6AB}" dt="2026-06-13T20:39:29.454" v="47" actId="1035"/>
          <ac:spMkLst>
            <pc:docMk/>
            <pc:sldMk cId="3928394977" sldId="395"/>
            <ac:spMk id="9" creationId="{00000000-0000-0000-0000-000000000000}"/>
          </ac:spMkLst>
        </pc:spChg>
        <pc:spChg chg="mod">
          <ac:chgData name="Camilo Daleles Rennó" userId="eac9aab033b2f962" providerId="LiveId" clId="{AF66D22B-69B9-4EF0-A235-CDDC9B91D6AB}" dt="2026-06-13T20:45:51.957" v="82" actId="14100"/>
          <ac:spMkLst>
            <pc:docMk/>
            <pc:sldMk cId="3928394977" sldId="395"/>
            <ac:spMk id="10" creationId="{00000000-0000-0000-0000-000000000000}"/>
          </ac:spMkLst>
        </pc:spChg>
        <pc:spChg chg="mod">
          <ac:chgData name="Camilo Daleles Rennó" userId="eac9aab033b2f962" providerId="LiveId" clId="{AF66D22B-69B9-4EF0-A235-CDDC9B91D6AB}" dt="2026-06-13T20:39:29.454" v="47" actId="1035"/>
          <ac:spMkLst>
            <pc:docMk/>
            <pc:sldMk cId="3928394977" sldId="395"/>
            <ac:spMk id="11" creationId="{00000000-0000-0000-0000-000000000000}"/>
          </ac:spMkLst>
        </pc:spChg>
        <pc:picChg chg="add ord">
          <ac:chgData name="Camilo Daleles Rennó" userId="eac9aab033b2f962" providerId="LiveId" clId="{AF66D22B-69B9-4EF0-A235-CDDC9B91D6AB}" dt="2026-06-13T20:39:15.011" v="35" actId="167"/>
          <ac:picMkLst>
            <pc:docMk/>
            <pc:sldMk cId="3928394977" sldId="395"/>
            <ac:picMk id="3" creationId="{9EC61133-8F93-28B9-6E9E-CDDDC84685B7}"/>
          </ac:picMkLst>
        </pc:picChg>
        <pc:picChg chg="del">
          <ac:chgData name="Camilo Daleles Rennó" userId="eac9aab033b2f962" providerId="LiveId" clId="{AF66D22B-69B9-4EF0-A235-CDDC9B91D6AB}" dt="2026-06-13T20:39:04.665" v="33" actId="478"/>
          <ac:picMkLst>
            <pc:docMk/>
            <pc:sldMk cId="3928394977" sldId="395"/>
            <ac:picMk id="12" creationId="{029AA786-4420-9D8E-AEDB-4F8F7B19233C}"/>
          </ac:picMkLst>
        </pc:picChg>
      </pc:sldChg>
      <pc:sldChg chg="addSp delSp add mod delAnim">
        <pc:chgData name="Camilo Daleles Rennó" userId="eac9aab033b2f962" providerId="LiveId" clId="{AF66D22B-69B9-4EF0-A235-CDDC9B91D6AB}" dt="2026-06-13T20:47:30.672" v="88" actId="22"/>
        <pc:sldMkLst>
          <pc:docMk/>
          <pc:sldMk cId="2271998350" sldId="396"/>
        </pc:sldMkLst>
        <pc:spChg chg="del">
          <ac:chgData name="Camilo Daleles Rennó" userId="eac9aab033b2f962" providerId="LiveId" clId="{AF66D22B-69B9-4EF0-A235-CDDC9B91D6AB}" dt="2026-06-13T20:47:25.404" v="85" actId="478"/>
          <ac:spMkLst>
            <pc:docMk/>
            <pc:sldMk cId="2271998350" sldId="396"/>
            <ac:spMk id="4" creationId="{D4D6D422-149B-9523-AEDF-0969129E0FC6}"/>
          </ac:spMkLst>
        </pc:spChg>
        <pc:spChg chg="del">
          <ac:chgData name="Camilo Daleles Rennó" userId="eac9aab033b2f962" providerId="LiveId" clId="{AF66D22B-69B9-4EF0-A235-CDDC9B91D6AB}" dt="2026-06-13T20:47:24.120" v="84" actId="478"/>
          <ac:spMkLst>
            <pc:docMk/>
            <pc:sldMk cId="2271998350" sldId="396"/>
            <ac:spMk id="7" creationId="{961C3E92-385E-1EAE-9266-7D25204A7C09}"/>
          </ac:spMkLst>
        </pc:spChg>
        <pc:spChg chg="del">
          <ac:chgData name="Camilo Daleles Rennó" userId="eac9aab033b2f962" providerId="LiveId" clId="{AF66D22B-69B9-4EF0-A235-CDDC9B91D6AB}" dt="2026-06-13T20:47:28.198" v="87" actId="478"/>
          <ac:spMkLst>
            <pc:docMk/>
            <pc:sldMk cId="2271998350" sldId="396"/>
            <ac:spMk id="9" creationId="{39C85FA7-9CFA-78F6-62BD-A28FFF183646}"/>
          </ac:spMkLst>
        </pc:spChg>
        <pc:spChg chg="del">
          <ac:chgData name="Camilo Daleles Rennó" userId="eac9aab033b2f962" providerId="LiveId" clId="{AF66D22B-69B9-4EF0-A235-CDDC9B91D6AB}" dt="2026-06-13T20:47:28.198" v="87" actId="478"/>
          <ac:spMkLst>
            <pc:docMk/>
            <pc:sldMk cId="2271998350" sldId="396"/>
            <ac:spMk id="10" creationId="{F445EF2F-E2D8-8D3F-39CA-7E8DE5EDC826}"/>
          </ac:spMkLst>
        </pc:spChg>
        <pc:spChg chg="del">
          <ac:chgData name="Camilo Daleles Rennó" userId="eac9aab033b2f962" providerId="LiveId" clId="{AF66D22B-69B9-4EF0-A235-CDDC9B91D6AB}" dt="2026-06-13T20:47:28.198" v="87" actId="478"/>
          <ac:spMkLst>
            <pc:docMk/>
            <pc:sldMk cId="2271998350" sldId="396"/>
            <ac:spMk id="11" creationId="{0E0A2725-CBA7-1F21-3D26-32B67D345DBA}"/>
          </ac:spMkLst>
        </pc:spChg>
        <pc:picChg chg="del">
          <ac:chgData name="Camilo Daleles Rennó" userId="eac9aab033b2f962" providerId="LiveId" clId="{AF66D22B-69B9-4EF0-A235-CDDC9B91D6AB}" dt="2026-06-13T20:47:26.147" v="86" actId="478"/>
          <ac:picMkLst>
            <pc:docMk/>
            <pc:sldMk cId="2271998350" sldId="396"/>
            <ac:picMk id="3" creationId="{8110BFC3-A4A6-5131-7EAD-BA5939FF2809}"/>
          </ac:picMkLst>
        </pc:picChg>
        <pc:picChg chg="add">
          <ac:chgData name="Camilo Daleles Rennó" userId="eac9aab033b2f962" providerId="LiveId" clId="{AF66D22B-69B9-4EF0-A235-CDDC9B91D6AB}" dt="2026-06-13T20:47:30.672" v="88" actId="22"/>
          <ac:picMkLst>
            <pc:docMk/>
            <pc:sldMk cId="2271998350" sldId="396"/>
            <ac:picMk id="6" creationId="{358369A1-B574-7C02-D761-5E53634274EC}"/>
          </ac:picMkLst>
        </pc:picChg>
      </pc:sldChg>
      <pc:sldChg chg="addSp delSp modSp add del mod ord modAnim">
        <pc:chgData name="Camilo Daleles Rennó" userId="eac9aab033b2f962" providerId="LiveId" clId="{AF66D22B-69B9-4EF0-A235-CDDC9B91D6AB}" dt="2026-06-13T20:44:14.202" v="81" actId="47"/>
        <pc:sldMkLst>
          <pc:docMk/>
          <pc:sldMk cId="3973806042" sldId="396"/>
        </pc:sldMkLst>
        <pc:spChg chg="add mod">
          <ac:chgData name="Camilo Daleles Rennó" userId="eac9aab033b2f962" providerId="LiveId" clId="{AF66D22B-69B9-4EF0-A235-CDDC9B91D6AB}" dt="2026-06-13T20:44:03.280" v="80" actId="1035"/>
          <ac:spMkLst>
            <pc:docMk/>
            <pc:sldMk cId="3973806042" sldId="396"/>
            <ac:spMk id="11" creationId="{C461C4DC-E397-F2AD-8B85-978DD03B2C2E}"/>
          </ac:spMkLst>
        </pc:spChg>
        <pc:picChg chg="del">
          <ac:chgData name="Camilo Daleles Rennó" userId="eac9aab033b2f962" providerId="LiveId" clId="{AF66D22B-69B9-4EF0-A235-CDDC9B91D6AB}" dt="2026-06-13T20:39:44.041" v="49" actId="478"/>
          <ac:picMkLst>
            <pc:docMk/>
            <pc:sldMk cId="3973806042" sldId="396"/>
            <ac:picMk id="3" creationId="{D0BD8AF3-75A9-5225-2CF4-6AF5877CEB4A}"/>
          </ac:picMkLst>
        </pc:picChg>
        <pc:picChg chg="add del mod modCrop">
          <ac:chgData name="Camilo Daleles Rennó" userId="eac9aab033b2f962" providerId="LiveId" clId="{AF66D22B-69B9-4EF0-A235-CDDC9B91D6AB}" dt="2026-06-13T20:43:41.136" v="65" actId="478"/>
          <ac:picMkLst>
            <pc:docMk/>
            <pc:sldMk cId="3973806042" sldId="396"/>
            <ac:picMk id="4" creationId="{1A5838D9-6826-3F8E-A35F-1346F4570AE2}"/>
          </ac:picMkLst>
        </pc:picChg>
        <pc:picChg chg="add del mod">
          <ac:chgData name="Camilo Daleles Rennó" userId="eac9aab033b2f962" providerId="LiveId" clId="{AF66D22B-69B9-4EF0-A235-CDDC9B91D6AB}" dt="2026-06-13T20:42:45.137" v="58" actId="478"/>
          <ac:picMkLst>
            <pc:docMk/>
            <pc:sldMk cId="3973806042" sldId="396"/>
            <ac:picMk id="5" creationId="{86A98EA3-BF85-34AA-3754-314BC434C0B4}"/>
          </ac:picMkLst>
        </pc:picChg>
        <pc:picChg chg="add del mod modCrop">
          <ac:chgData name="Camilo Daleles Rennó" userId="eac9aab033b2f962" providerId="LiveId" clId="{AF66D22B-69B9-4EF0-A235-CDDC9B91D6AB}" dt="2026-06-13T20:43:41.136" v="65" actId="478"/>
          <ac:picMkLst>
            <pc:docMk/>
            <pc:sldMk cId="3973806042" sldId="396"/>
            <ac:picMk id="8" creationId="{121167FC-0E50-747E-B131-6E047C463BEA}"/>
          </ac:picMkLst>
        </pc:picChg>
        <pc:picChg chg="add">
          <ac:chgData name="Camilo Daleles Rennó" userId="eac9aab033b2f962" providerId="LiveId" clId="{AF66D22B-69B9-4EF0-A235-CDDC9B91D6AB}" dt="2026-06-13T20:43:43.558" v="66" actId="22"/>
          <ac:picMkLst>
            <pc:docMk/>
            <pc:sldMk cId="3973806042" sldId="396"/>
            <ac:picMk id="10" creationId="{34920F45-9B4A-B64F-D83F-00337A65E9D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13D13E68-3F65-4956-B623-CDA8FD0840EC}" type="datetimeFigureOut">
              <a:rPr lang="pt-BR" smtClean="0"/>
              <a:pPr>
                <a:defRPr/>
              </a:pPr>
              <a:t>13/06/2026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noProof="0"/>
              <a:t>Clique para editar 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B282321D-B8BF-4AD2-B522-67950E411EA1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2564632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CA8F26E-5B93-4304-BB4C-8EBE658FB52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6119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56463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B75E3667-2AED-4289-B46A-D8A255B210A4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753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15DCDF4-4CD2-48E5-B655-36386C2264B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7247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39CE33F-CC5C-4EEC-81F7-66FC7C1E889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5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9C82DA-2166-4F5E-A471-94EF30EB021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448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3B8089-F15D-4D0A-824E-AB4B11AC165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8974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020CA0-720B-4B39-B72F-DD031416DD5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1094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B3B2210-A96D-4153-88DA-A4382B445BD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03688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6D482F2-E0F5-4454-9466-E80264FF34E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12536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DEC83D-23FE-460E-8D63-2162A3AC7DD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3503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AEA886F-1474-4337-B62F-6ADD50B314E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148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3577D123-9152-4530-BEFD-9C2BF789E3A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pt-BR" dirty="0">
              <a:latin typeface="Tahoma" panose="020B060403050404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31" r:id="rId2"/>
    <p:sldLayoutId id="2147483722" r:id="rId3"/>
    <p:sldLayoutId id="2147483723" r:id="rId4"/>
    <p:sldLayoutId id="2147483724" r:id="rId5"/>
    <p:sldLayoutId id="2147483725" r:id="rId6"/>
    <p:sldLayoutId id="2147483726" r:id="rId7"/>
    <p:sldLayoutId id="2147483727" r:id="rId8"/>
    <p:sldLayoutId id="2147483728" r:id="rId9"/>
    <p:sldLayoutId id="2147483729" r:id="rId10"/>
    <p:sldLayoutId id="2147483730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emf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Apresentação da Disciplina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8D55D100-C5A2-C7CD-7248-EB7E281A32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920" y="5903913"/>
            <a:ext cx="506348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</a:rPr>
              <a:t>https://cdrenno.github.io/Estatistica/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Apresentação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23528" y="2996952"/>
            <a:ext cx="8458200" cy="432048"/>
          </a:xfrm>
        </p:spPr>
        <p:txBody>
          <a:bodyPr/>
          <a:lstStyle/>
          <a:p>
            <a:pPr algn="ctr" eaLnBrk="1" hangingPunct="1">
              <a:buFontTx/>
              <a:buNone/>
            </a:pPr>
            <a:r>
              <a:rPr lang="pt-BR" altLang="pt-BR" sz="2000" dirty="0"/>
              <a:t>Camilo D. Rennó </a:t>
            </a:r>
            <a:r>
              <a:rPr lang="pt-BR" altLang="pt-BR" sz="1800" dirty="0"/>
              <a:t>(camilo.renno@inpe.br)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pt-BR"/>
              <a:t>2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323528" y="5258228"/>
            <a:ext cx="8458200" cy="126711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defTabSz="246063" eaLnBrk="1" hangingPunct="1">
              <a:buFontTx/>
              <a:buNone/>
            </a:pPr>
            <a:r>
              <a:rPr lang="pt-BR" altLang="pt-BR" sz="2000" kern="0" dirty="0">
                <a:latin typeface="Tahoma" panose="020B0604030504040204" pitchFamily="34" charset="0"/>
              </a:rPr>
              <a:t>Todo o conteúdo da disciplina está disponível em:</a:t>
            </a:r>
          </a:p>
          <a:p>
            <a:pPr defTabSz="246063" eaLnBrk="1" hangingPunct="1">
              <a:buFontTx/>
              <a:buNone/>
            </a:pPr>
            <a:endParaRPr lang="pt-BR" altLang="pt-BR" sz="2000" kern="0" dirty="0">
              <a:latin typeface="Tahoma" panose="020B0604030504040204" pitchFamily="34" charset="0"/>
            </a:endParaRPr>
          </a:p>
          <a:p>
            <a:pPr defTabSz="246063" eaLnBrk="1" hangingPunct="1">
              <a:buFontTx/>
              <a:buNone/>
            </a:pPr>
            <a:r>
              <a:rPr lang="pt-BR" sz="2000" kern="0" dirty="0">
                <a:latin typeface="Tahoma" panose="020B0604030504040204" pitchFamily="34" charset="0"/>
              </a:rPr>
              <a:t>								https://cdrenno.github.io/Estatistica/</a:t>
            </a:r>
            <a:endParaRPr lang="pt-BR" altLang="pt-BR" sz="2000" kern="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46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o 15" descr=" 16"/>
          <p:cNvGrpSpPr/>
          <p:nvPr/>
        </p:nvGrpSpPr>
        <p:grpSpPr>
          <a:xfrm>
            <a:off x="3969293" y="4365104"/>
            <a:ext cx="1610819" cy="1611835"/>
            <a:chOff x="1512888" y="2420938"/>
            <a:chExt cx="2519362" cy="2520950"/>
          </a:xfrm>
        </p:grpSpPr>
        <p:pic>
          <p:nvPicPr>
            <p:cNvPr id="17" name="Picture 2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12888" y="2420938"/>
              <a:ext cx="2519362" cy="2520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8" name="Grupo 3"/>
            <p:cNvGrpSpPr>
              <a:grpSpLocks/>
            </p:cNvGrpSpPr>
            <p:nvPr/>
          </p:nvGrpSpPr>
          <p:grpSpPr bwMode="auto">
            <a:xfrm>
              <a:off x="1764231" y="3004186"/>
              <a:ext cx="144024" cy="144048"/>
              <a:chOff x="1371836" y="4693332"/>
              <a:chExt cx="144016" cy="144016"/>
            </a:xfrm>
          </p:grpSpPr>
          <p:cxnSp>
            <p:nvCxnSpPr>
              <p:cNvPr id="76" name="Conector reto 75"/>
              <p:cNvCxnSpPr/>
              <p:nvPr/>
            </p:nvCxnSpPr>
            <p:spPr>
              <a:xfrm>
                <a:off x="1444339" y="4692696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Conector reto 76"/>
              <p:cNvCxnSpPr/>
              <p:nvPr/>
            </p:nvCxnSpPr>
            <p:spPr>
              <a:xfrm rot="5400000">
                <a:off x="1443545" y="4693478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upo 513"/>
            <p:cNvGrpSpPr>
              <a:grpSpLocks/>
            </p:cNvGrpSpPr>
            <p:nvPr/>
          </p:nvGrpSpPr>
          <p:grpSpPr bwMode="auto">
            <a:xfrm>
              <a:off x="2916426" y="2974831"/>
              <a:ext cx="144024" cy="144048"/>
              <a:chOff x="1371836" y="4693332"/>
              <a:chExt cx="144016" cy="144016"/>
            </a:xfrm>
          </p:grpSpPr>
          <p:cxnSp>
            <p:nvCxnSpPr>
              <p:cNvPr id="74" name="Conector reto 73"/>
              <p:cNvCxnSpPr/>
              <p:nvPr/>
            </p:nvCxnSpPr>
            <p:spPr>
              <a:xfrm>
                <a:off x="1444669" y="4693476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ector reto 74"/>
              <p:cNvCxnSpPr/>
              <p:nvPr/>
            </p:nvCxnSpPr>
            <p:spPr>
              <a:xfrm rot="5400000">
                <a:off x="1443875" y="4694258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upo 516"/>
            <p:cNvGrpSpPr>
              <a:grpSpLocks/>
            </p:cNvGrpSpPr>
            <p:nvPr/>
          </p:nvGrpSpPr>
          <p:grpSpPr bwMode="auto">
            <a:xfrm>
              <a:off x="2123335" y="3688747"/>
              <a:ext cx="144024" cy="144048"/>
              <a:chOff x="1371836" y="4693332"/>
              <a:chExt cx="144016" cy="144016"/>
            </a:xfrm>
          </p:grpSpPr>
          <p:cxnSp>
            <p:nvCxnSpPr>
              <p:cNvPr id="72" name="Conector reto 71"/>
              <p:cNvCxnSpPr/>
              <p:nvPr/>
            </p:nvCxnSpPr>
            <p:spPr>
              <a:xfrm>
                <a:off x="1444010" y="4693935"/>
                <a:ext cx="0" cy="1428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ector reto 72"/>
              <p:cNvCxnSpPr/>
              <p:nvPr/>
            </p:nvCxnSpPr>
            <p:spPr>
              <a:xfrm rot="5400000">
                <a:off x="1444010" y="4693923"/>
                <a:ext cx="0" cy="14286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upo 519"/>
            <p:cNvGrpSpPr>
              <a:grpSpLocks/>
            </p:cNvGrpSpPr>
            <p:nvPr/>
          </p:nvGrpSpPr>
          <p:grpSpPr bwMode="auto">
            <a:xfrm>
              <a:off x="3420511" y="3508353"/>
              <a:ext cx="144024" cy="144048"/>
              <a:chOff x="1371836" y="4693332"/>
              <a:chExt cx="144016" cy="144016"/>
            </a:xfrm>
          </p:grpSpPr>
          <p:cxnSp>
            <p:nvCxnSpPr>
              <p:cNvPr id="70" name="Conector reto 69"/>
              <p:cNvCxnSpPr/>
              <p:nvPr/>
            </p:nvCxnSpPr>
            <p:spPr>
              <a:xfrm>
                <a:off x="1443821" y="4693354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ector reto 70"/>
              <p:cNvCxnSpPr/>
              <p:nvPr/>
            </p:nvCxnSpPr>
            <p:spPr>
              <a:xfrm rot="5400000">
                <a:off x="1443822" y="4694929"/>
                <a:ext cx="0" cy="14286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upo 522"/>
            <p:cNvGrpSpPr>
              <a:grpSpLocks/>
            </p:cNvGrpSpPr>
            <p:nvPr/>
          </p:nvGrpSpPr>
          <p:grpSpPr bwMode="auto">
            <a:xfrm>
              <a:off x="2927274" y="4156567"/>
              <a:ext cx="144024" cy="144048"/>
              <a:chOff x="1371836" y="4693332"/>
              <a:chExt cx="144016" cy="144016"/>
            </a:xfrm>
          </p:grpSpPr>
          <p:cxnSp>
            <p:nvCxnSpPr>
              <p:cNvPr id="68" name="Conector reto 67"/>
              <p:cNvCxnSpPr/>
              <p:nvPr/>
            </p:nvCxnSpPr>
            <p:spPr>
              <a:xfrm>
                <a:off x="1444933" y="4692840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Conector reto 68"/>
              <p:cNvCxnSpPr/>
              <p:nvPr/>
            </p:nvCxnSpPr>
            <p:spPr>
              <a:xfrm rot="5400000">
                <a:off x="1444140" y="4693621"/>
                <a:ext cx="0" cy="1444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upo 525"/>
            <p:cNvGrpSpPr>
              <a:grpSpLocks/>
            </p:cNvGrpSpPr>
            <p:nvPr/>
          </p:nvGrpSpPr>
          <p:grpSpPr bwMode="auto">
            <a:xfrm>
              <a:off x="3708560" y="2987904"/>
              <a:ext cx="144024" cy="144048"/>
              <a:chOff x="1371836" y="4693332"/>
              <a:chExt cx="144016" cy="144016"/>
            </a:xfrm>
          </p:grpSpPr>
          <p:cxnSp>
            <p:nvCxnSpPr>
              <p:cNvPr id="66" name="Conector reto 65"/>
              <p:cNvCxnSpPr/>
              <p:nvPr/>
            </p:nvCxnSpPr>
            <p:spPr>
              <a:xfrm>
                <a:off x="1444697" y="4693103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Conector reto 66"/>
              <p:cNvCxnSpPr/>
              <p:nvPr/>
            </p:nvCxnSpPr>
            <p:spPr>
              <a:xfrm rot="5400000">
                <a:off x="1443904" y="4693884"/>
                <a:ext cx="0" cy="1444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Grupo 528"/>
            <p:cNvGrpSpPr>
              <a:grpSpLocks/>
            </p:cNvGrpSpPr>
            <p:nvPr/>
          </p:nvGrpSpPr>
          <p:grpSpPr bwMode="auto">
            <a:xfrm>
              <a:off x="3491566" y="4162730"/>
              <a:ext cx="144024" cy="144048"/>
              <a:chOff x="1371836" y="4693332"/>
              <a:chExt cx="144016" cy="144016"/>
            </a:xfrm>
          </p:grpSpPr>
          <p:cxnSp>
            <p:nvCxnSpPr>
              <p:cNvPr id="64" name="Conector reto 63"/>
              <p:cNvCxnSpPr/>
              <p:nvPr/>
            </p:nvCxnSpPr>
            <p:spPr>
              <a:xfrm>
                <a:off x="1444204" y="4693027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Conector reto 64"/>
              <p:cNvCxnSpPr/>
              <p:nvPr/>
            </p:nvCxnSpPr>
            <p:spPr>
              <a:xfrm rot="5400000">
                <a:off x="1443410" y="4693809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upo 531"/>
            <p:cNvGrpSpPr>
              <a:grpSpLocks/>
            </p:cNvGrpSpPr>
            <p:nvPr/>
          </p:nvGrpSpPr>
          <p:grpSpPr bwMode="auto">
            <a:xfrm>
              <a:off x="2136125" y="4588709"/>
              <a:ext cx="144024" cy="144048"/>
              <a:chOff x="1371836" y="4693332"/>
              <a:chExt cx="144016" cy="144016"/>
            </a:xfrm>
          </p:grpSpPr>
          <p:cxnSp>
            <p:nvCxnSpPr>
              <p:cNvPr id="62" name="Conector reto 61"/>
              <p:cNvCxnSpPr/>
              <p:nvPr/>
            </p:nvCxnSpPr>
            <p:spPr>
              <a:xfrm>
                <a:off x="1443920" y="4694086"/>
                <a:ext cx="0" cy="1428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Conector reto 62"/>
              <p:cNvCxnSpPr/>
              <p:nvPr/>
            </p:nvCxnSpPr>
            <p:spPr>
              <a:xfrm rot="5400000">
                <a:off x="1443920" y="4694073"/>
                <a:ext cx="0" cy="14286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" name="Grupo 534"/>
            <p:cNvGrpSpPr>
              <a:grpSpLocks/>
            </p:cNvGrpSpPr>
            <p:nvPr/>
          </p:nvGrpSpPr>
          <p:grpSpPr bwMode="auto">
            <a:xfrm>
              <a:off x="3060450" y="4581065"/>
              <a:ext cx="144024" cy="144048"/>
              <a:chOff x="1371836" y="4693332"/>
              <a:chExt cx="144016" cy="144016"/>
            </a:xfrm>
          </p:grpSpPr>
          <p:cxnSp>
            <p:nvCxnSpPr>
              <p:cNvPr id="60" name="Conector reto 59"/>
              <p:cNvCxnSpPr/>
              <p:nvPr/>
            </p:nvCxnSpPr>
            <p:spPr>
              <a:xfrm>
                <a:off x="1445107" y="4693792"/>
                <a:ext cx="0" cy="1428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Conector reto 60"/>
              <p:cNvCxnSpPr/>
              <p:nvPr/>
            </p:nvCxnSpPr>
            <p:spPr>
              <a:xfrm rot="5400000">
                <a:off x="1444314" y="4692986"/>
                <a:ext cx="0" cy="1444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" name="Grupo 537"/>
            <p:cNvGrpSpPr>
              <a:grpSpLocks/>
            </p:cNvGrpSpPr>
            <p:nvPr/>
          </p:nvGrpSpPr>
          <p:grpSpPr bwMode="auto">
            <a:xfrm>
              <a:off x="2627420" y="3212613"/>
              <a:ext cx="144024" cy="144048"/>
              <a:chOff x="1371836" y="4693332"/>
              <a:chExt cx="144016" cy="144016"/>
            </a:xfrm>
          </p:grpSpPr>
          <p:cxnSp>
            <p:nvCxnSpPr>
              <p:cNvPr id="58" name="Conector reto 57"/>
              <p:cNvCxnSpPr/>
              <p:nvPr/>
            </p:nvCxnSpPr>
            <p:spPr>
              <a:xfrm>
                <a:off x="1444750" y="4693819"/>
                <a:ext cx="0" cy="1428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Conector reto 58"/>
              <p:cNvCxnSpPr/>
              <p:nvPr/>
            </p:nvCxnSpPr>
            <p:spPr>
              <a:xfrm rot="5400000">
                <a:off x="1443956" y="4693014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upo 540"/>
            <p:cNvGrpSpPr>
              <a:grpSpLocks/>
            </p:cNvGrpSpPr>
            <p:nvPr/>
          </p:nvGrpSpPr>
          <p:grpSpPr bwMode="auto">
            <a:xfrm>
              <a:off x="2412341" y="2663057"/>
              <a:ext cx="144024" cy="144048"/>
              <a:chOff x="1371836" y="4693332"/>
              <a:chExt cx="144016" cy="144016"/>
            </a:xfrm>
          </p:grpSpPr>
          <p:cxnSp>
            <p:nvCxnSpPr>
              <p:cNvPr id="56" name="Conector reto 55"/>
              <p:cNvCxnSpPr/>
              <p:nvPr/>
            </p:nvCxnSpPr>
            <p:spPr>
              <a:xfrm>
                <a:off x="1443929" y="4694100"/>
                <a:ext cx="0" cy="1428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Conector reto 56"/>
              <p:cNvCxnSpPr/>
              <p:nvPr/>
            </p:nvCxnSpPr>
            <p:spPr>
              <a:xfrm rot="5400000">
                <a:off x="1443929" y="4694088"/>
                <a:ext cx="0" cy="14286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" name="Grupo 543"/>
            <p:cNvGrpSpPr>
              <a:grpSpLocks/>
            </p:cNvGrpSpPr>
            <p:nvPr/>
          </p:nvGrpSpPr>
          <p:grpSpPr bwMode="auto">
            <a:xfrm>
              <a:off x="1743662" y="4004874"/>
              <a:ext cx="144024" cy="144048"/>
              <a:chOff x="1371836" y="4693332"/>
              <a:chExt cx="144016" cy="144016"/>
            </a:xfrm>
          </p:grpSpPr>
          <p:cxnSp>
            <p:nvCxnSpPr>
              <p:cNvPr id="54" name="Conector reto 53"/>
              <p:cNvCxnSpPr/>
              <p:nvPr/>
            </p:nvCxnSpPr>
            <p:spPr>
              <a:xfrm>
                <a:off x="1444270" y="4693721"/>
                <a:ext cx="0" cy="1428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Conector reto 54"/>
              <p:cNvCxnSpPr/>
              <p:nvPr/>
            </p:nvCxnSpPr>
            <p:spPr>
              <a:xfrm rot="5400000">
                <a:off x="1443477" y="4692914"/>
                <a:ext cx="0" cy="1444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0" name="Grupo 546"/>
            <p:cNvGrpSpPr>
              <a:grpSpLocks/>
            </p:cNvGrpSpPr>
            <p:nvPr/>
          </p:nvGrpSpPr>
          <p:grpSpPr bwMode="auto">
            <a:xfrm>
              <a:off x="3789584" y="4707352"/>
              <a:ext cx="144024" cy="144048"/>
              <a:chOff x="1371836" y="4693332"/>
              <a:chExt cx="144016" cy="144016"/>
            </a:xfrm>
          </p:grpSpPr>
          <p:cxnSp>
            <p:nvCxnSpPr>
              <p:cNvPr id="52" name="Conector reto 51"/>
              <p:cNvCxnSpPr/>
              <p:nvPr/>
            </p:nvCxnSpPr>
            <p:spPr>
              <a:xfrm>
                <a:off x="1444636" y="4692918"/>
                <a:ext cx="0" cy="14443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Conector reto 52"/>
              <p:cNvCxnSpPr/>
              <p:nvPr/>
            </p:nvCxnSpPr>
            <p:spPr>
              <a:xfrm rot="5400000">
                <a:off x="1443842" y="4693700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upo 549"/>
            <p:cNvGrpSpPr>
              <a:grpSpLocks/>
            </p:cNvGrpSpPr>
            <p:nvPr/>
          </p:nvGrpSpPr>
          <p:grpSpPr bwMode="auto">
            <a:xfrm>
              <a:off x="3059493" y="3819479"/>
              <a:ext cx="144024" cy="144048"/>
              <a:chOff x="1371836" y="4693332"/>
              <a:chExt cx="144016" cy="144016"/>
            </a:xfrm>
          </p:grpSpPr>
          <p:cxnSp>
            <p:nvCxnSpPr>
              <p:cNvPr id="50" name="Conector reto 49"/>
              <p:cNvCxnSpPr/>
              <p:nvPr/>
            </p:nvCxnSpPr>
            <p:spPr>
              <a:xfrm>
                <a:off x="1444477" y="4693378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Conector reto 50"/>
              <p:cNvCxnSpPr/>
              <p:nvPr/>
            </p:nvCxnSpPr>
            <p:spPr>
              <a:xfrm rot="5400000">
                <a:off x="1443683" y="4694160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upo 552"/>
            <p:cNvGrpSpPr>
              <a:grpSpLocks/>
            </p:cNvGrpSpPr>
            <p:nvPr/>
          </p:nvGrpSpPr>
          <p:grpSpPr bwMode="auto">
            <a:xfrm>
              <a:off x="2484353" y="4143339"/>
              <a:ext cx="144024" cy="144048"/>
              <a:chOff x="1371836" y="4693332"/>
              <a:chExt cx="144016" cy="144016"/>
            </a:xfrm>
          </p:grpSpPr>
          <p:cxnSp>
            <p:nvCxnSpPr>
              <p:cNvPr id="48" name="Conector reto 47"/>
              <p:cNvCxnSpPr/>
              <p:nvPr/>
            </p:nvCxnSpPr>
            <p:spPr>
              <a:xfrm>
                <a:off x="1444942" y="4693368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Conector reto 48"/>
              <p:cNvCxnSpPr/>
              <p:nvPr/>
            </p:nvCxnSpPr>
            <p:spPr>
              <a:xfrm rot="5400000">
                <a:off x="1444148" y="4694150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3" name="Grupo 555"/>
            <p:cNvGrpSpPr>
              <a:grpSpLocks/>
            </p:cNvGrpSpPr>
            <p:nvPr/>
          </p:nvGrpSpPr>
          <p:grpSpPr bwMode="auto">
            <a:xfrm>
              <a:off x="3204475" y="2735081"/>
              <a:ext cx="144024" cy="144048"/>
              <a:chOff x="1371836" y="4693332"/>
              <a:chExt cx="144016" cy="144016"/>
            </a:xfrm>
          </p:grpSpPr>
          <p:cxnSp>
            <p:nvCxnSpPr>
              <p:cNvPr id="46" name="Conector reto 45"/>
              <p:cNvCxnSpPr/>
              <p:nvPr/>
            </p:nvCxnSpPr>
            <p:spPr>
              <a:xfrm>
                <a:off x="1443957" y="4693514"/>
                <a:ext cx="0" cy="14443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Conector reto 46"/>
              <p:cNvCxnSpPr/>
              <p:nvPr/>
            </p:nvCxnSpPr>
            <p:spPr>
              <a:xfrm rot="5400000">
                <a:off x="1443958" y="4695089"/>
                <a:ext cx="0" cy="14286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o 558"/>
            <p:cNvGrpSpPr>
              <a:grpSpLocks/>
            </p:cNvGrpSpPr>
            <p:nvPr/>
          </p:nvGrpSpPr>
          <p:grpSpPr bwMode="auto">
            <a:xfrm>
              <a:off x="1619250" y="2492375"/>
              <a:ext cx="144024" cy="144048"/>
              <a:chOff x="1371836" y="4693332"/>
              <a:chExt cx="144016" cy="144016"/>
            </a:xfrm>
          </p:grpSpPr>
          <p:cxnSp>
            <p:nvCxnSpPr>
              <p:cNvPr id="44" name="Conector reto 43"/>
              <p:cNvCxnSpPr/>
              <p:nvPr/>
            </p:nvCxnSpPr>
            <p:spPr>
              <a:xfrm>
                <a:off x="1444857" y="4693332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Conector reto 44"/>
              <p:cNvCxnSpPr/>
              <p:nvPr/>
            </p:nvCxnSpPr>
            <p:spPr>
              <a:xfrm rot="5400000">
                <a:off x="1444064" y="4694113"/>
                <a:ext cx="0" cy="1444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5" name="Grupo 561"/>
            <p:cNvGrpSpPr>
              <a:grpSpLocks/>
            </p:cNvGrpSpPr>
            <p:nvPr/>
          </p:nvGrpSpPr>
          <p:grpSpPr bwMode="auto">
            <a:xfrm>
              <a:off x="1754345" y="3292281"/>
              <a:ext cx="144024" cy="144048"/>
              <a:chOff x="1371836" y="4693332"/>
              <a:chExt cx="144016" cy="144016"/>
            </a:xfrm>
          </p:grpSpPr>
          <p:cxnSp>
            <p:nvCxnSpPr>
              <p:cNvPr id="42" name="Conector reto 41"/>
              <p:cNvCxnSpPr/>
              <p:nvPr/>
            </p:nvCxnSpPr>
            <p:spPr>
              <a:xfrm>
                <a:off x="1444700" y="4693526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Conector reto 42"/>
              <p:cNvCxnSpPr/>
              <p:nvPr/>
            </p:nvCxnSpPr>
            <p:spPr>
              <a:xfrm rot="5400000">
                <a:off x="1443906" y="4694308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" name="Grupo 564"/>
            <p:cNvGrpSpPr>
              <a:grpSpLocks/>
            </p:cNvGrpSpPr>
            <p:nvPr/>
          </p:nvGrpSpPr>
          <p:grpSpPr bwMode="auto">
            <a:xfrm>
              <a:off x="2484487" y="4509041"/>
              <a:ext cx="144024" cy="144048"/>
              <a:chOff x="1371836" y="4693332"/>
              <a:chExt cx="144016" cy="144016"/>
            </a:xfrm>
          </p:grpSpPr>
          <p:cxnSp>
            <p:nvCxnSpPr>
              <p:cNvPr id="40" name="Conector reto 39"/>
              <p:cNvCxnSpPr/>
              <p:nvPr/>
            </p:nvCxnSpPr>
            <p:spPr>
              <a:xfrm>
                <a:off x="1444808" y="4692791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Conector reto 40"/>
              <p:cNvCxnSpPr/>
              <p:nvPr/>
            </p:nvCxnSpPr>
            <p:spPr>
              <a:xfrm rot="5400000">
                <a:off x="1444014" y="4693573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" name="Grupo 567"/>
            <p:cNvGrpSpPr>
              <a:grpSpLocks/>
            </p:cNvGrpSpPr>
            <p:nvPr/>
          </p:nvGrpSpPr>
          <p:grpSpPr bwMode="auto">
            <a:xfrm>
              <a:off x="3059493" y="3212613"/>
              <a:ext cx="144024" cy="144048"/>
              <a:chOff x="1371836" y="4693332"/>
              <a:chExt cx="144016" cy="144016"/>
            </a:xfrm>
          </p:grpSpPr>
          <p:cxnSp>
            <p:nvCxnSpPr>
              <p:cNvPr id="38" name="Conector reto 37"/>
              <p:cNvCxnSpPr/>
              <p:nvPr/>
            </p:nvCxnSpPr>
            <p:spPr>
              <a:xfrm>
                <a:off x="1444477" y="4693819"/>
                <a:ext cx="0" cy="1428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Conector reto 38"/>
              <p:cNvCxnSpPr/>
              <p:nvPr/>
            </p:nvCxnSpPr>
            <p:spPr>
              <a:xfrm rot="5400000">
                <a:off x="1443683" y="4693014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" name="Group 4" descr=" 6"/>
          <p:cNvGrpSpPr>
            <a:grpSpLocks/>
          </p:cNvGrpSpPr>
          <p:nvPr/>
        </p:nvGrpSpPr>
        <p:grpSpPr bwMode="auto">
          <a:xfrm>
            <a:off x="611560" y="3893885"/>
            <a:ext cx="2668588" cy="2578100"/>
            <a:chOff x="1296" y="912"/>
            <a:chExt cx="1681" cy="1624"/>
          </a:xfrm>
        </p:grpSpPr>
        <p:pic>
          <p:nvPicPr>
            <p:cNvPr id="7" name="Picture 5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6" y="912"/>
              <a:ext cx="1194" cy="1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8" name="Picture 6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24" y="1392"/>
              <a:ext cx="1153" cy="1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9" name="Group 7" descr=" 9"/>
          <p:cNvGrpSpPr>
            <a:grpSpLocks/>
          </p:cNvGrpSpPr>
          <p:nvPr/>
        </p:nvGrpSpPr>
        <p:grpSpPr bwMode="auto">
          <a:xfrm>
            <a:off x="5958408" y="3876947"/>
            <a:ext cx="2286000" cy="2792413"/>
            <a:chOff x="192" y="960"/>
            <a:chExt cx="1440" cy="1759"/>
          </a:xfrm>
        </p:grpSpPr>
        <p:pic>
          <p:nvPicPr>
            <p:cNvPr id="10" name="Picture 8"/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6" y="1198"/>
              <a:ext cx="528" cy="5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1" name="Picture 9"/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2" y="1872"/>
              <a:ext cx="720" cy="4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2" name="Picture 10"/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" y="960"/>
              <a:ext cx="461" cy="4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3" name="Picture 11"/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8" y="1488"/>
              <a:ext cx="624" cy="5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4" name="Picture 12"/>
            <p:cNvPicPr>
              <a:picLocks noChangeAspect="1" noChangeArrowheads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8" y="2160"/>
              <a:ext cx="459" cy="5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8194" name="Rectangle 2" descr=" 819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Apresentação</a:t>
            </a:r>
          </a:p>
        </p:txBody>
      </p:sp>
      <p:sp>
        <p:nvSpPr>
          <p:cNvPr id="19459" name="Rectangle 3" descr=" 19459"/>
          <p:cNvSpPr>
            <a:spLocks noGrp="1" noChangeArrowheads="1"/>
          </p:cNvSpPr>
          <p:nvPr>
            <p:ph type="body" idx="1"/>
          </p:nvPr>
        </p:nvSpPr>
        <p:spPr>
          <a:xfrm>
            <a:off x="323528" y="1340768"/>
            <a:ext cx="8458200" cy="2520280"/>
          </a:xfrm>
        </p:spPr>
        <p:txBody>
          <a:bodyPr/>
          <a:lstStyle/>
          <a:p>
            <a:pPr algn="just" eaLnBrk="1" hangingPunct="1">
              <a:buFontTx/>
              <a:buNone/>
            </a:pPr>
            <a:endParaRPr lang="pt-BR" altLang="pt-BR" sz="2000" dirty="0"/>
          </a:p>
          <a:p>
            <a:pPr algn="just" eaLnBrk="1" hangingPunct="1">
              <a:buFontTx/>
              <a:buNone/>
            </a:pPr>
            <a:r>
              <a:rPr lang="pt-BR" altLang="pt-BR" sz="2000" dirty="0"/>
              <a:t>O curso SER-204 tem como objetivo principal apresentar alguns conceitos de estatística fundamentais para o entendimento dos procedimentos estatísticos comumente utilizados em Sensoriamento Remoto e áreas afins. Por se tratar de uma disciplina aplicada, todos os exemplos e exercícios são voltados às questões ligadas ao Sensoriamento Remoto e Geoprocessamento. </a:t>
            </a:r>
          </a:p>
        </p:txBody>
      </p:sp>
      <p:sp>
        <p:nvSpPr>
          <p:cNvPr id="2" name="Espaço Reservado para Número de Slide 1" descr="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pt-BR"/>
              <a:t>3</a:t>
            </a:r>
          </a:p>
        </p:txBody>
      </p:sp>
      <p:sp>
        <p:nvSpPr>
          <p:cNvPr id="78" name="Rectangle 3" descr=" 5"/>
          <p:cNvSpPr txBox="1">
            <a:spLocks noChangeArrowheads="1"/>
          </p:cNvSpPr>
          <p:nvPr/>
        </p:nvSpPr>
        <p:spPr bwMode="auto">
          <a:xfrm>
            <a:off x="323528" y="3890076"/>
            <a:ext cx="8458200" cy="27792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algn="just" eaLnBrk="1" hangingPunct="1">
              <a:spcBef>
                <a:spcPct val="0"/>
              </a:spcBef>
              <a:buNone/>
            </a:pPr>
            <a:r>
              <a:rPr lang="pt-BR" altLang="pt-BR" sz="2000" kern="0" dirty="0">
                <a:solidFill>
                  <a:schemeClr val="tx1">
                    <a:lumMod val="100000"/>
                  </a:schemeClr>
                </a:solidFill>
                <a:latin typeface="Tahoma" panose="020B0604030504040204" pitchFamily="34" charset="0"/>
                <a:cs typeface="Arial" charset="0"/>
              </a:rPr>
              <a:t>Espera-se que o aluno, ao final do curso, consiga compreender, adaptar e desenvolver análises estatísticas apropriadas ao conjunto de dados utilizado em seu trabalho de dissertação e tese.</a:t>
            </a:r>
            <a:endParaRPr lang="pt-BR" altLang="pt-BR" sz="2000" kern="0" dirty="0">
              <a:latin typeface="Tahoma" panose="020B060403050404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16879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Conteúdo Programático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3568" y="1844824"/>
            <a:ext cx="6480720" cy="4176464"/>
          </a:xfrm>
        </p:spPr>
        <p:txBody>
          <a:bodyPr/>
          <a:lstStyle/>
          <a:p>
            <a:pPr algn="just" eaLnBrk="1" hangingPunct="1">
              <a:buFontTx/>
              <a:buNone/>
            </a:pPr>
            <a:r>
              <a:rPr lang="pt-BR" altLang="pt-BR" sz="2000" dirty="0"/>
              <a:t>Variáveis Aleatórias e Distribuições de Probabilidade</a:t>
            </a:r>
          </a:p>
          <a:p>
            <a:pPr algn="just" eaLnBrk="1" hangingPunct="1">
              <a:buNone/>
            </a:pPr>
            <a:r>
              <a:rPr lang="pt-BR" altLang="pt-BR" sz="2000" dirty="0"/>
              <a:t>Simulação Estocástica</a:t>
            </a:r>
          </a:p>
          <a:p>
            <a:pPr algn="just" eaLnBrk="1" hangingPunct="1">
              <a:buFontTx/>
              <a:buNone/>
            </a:pPr>
            <a:r>
              <a:rPr lang="pt-BR" altLang="pt-BR" sz="2000" dirty="0"/>
              <a:t>Conceitos Básicos de Inferência Estatística</a:t>
            </a:r>
          </a:p>
          <a:p>
            <a:pPr algn="just" eaLnBrk="1" hangingPunct="1">
              <a:buFontTx/>
              <a:buNone/>
            </a:pPr>
            <a:r>
              <a:rPr lang="pt-BR" altLang="pt-BR" sz="2000" dirty="0"/>
              <a:t>Intervalo de Confiança e Teste de Hipóteses</a:t>
            </a:r>
          </a:p>
          <a:p>
            <a:pPr algn="just" eaLnBrk="1" hangingPunct="1">
              <a:buNone/>
            </a:pPr>
            <a:r>
              <a:rPr lang="pt-BR" altLang="pt-BR" sz="2000" dirty="0"/>
              <a:t>Teoria de Amostragem e Técnicas de </a:t>
            </a:r>
            <a:r>
              <a:rPr lang="pt-BR" altLang="pt-BR" sz="2000" dirty="0" err="1"/>
              <a:t>Reamostragem</a:t>
            </a:r>
            <a:endParaRPr lang="pt-BR" altLang="pt-BR" sz="2000" dirty="0"/>
          </a:p>
          <a:p>
            <a:pPr algn="just" eaLnBrk="1" hangingPunct="1">
              <a:buFontTx/>
              <a:buNone/>
            </a:pPr>
            <a:r>
              <a:rPr lang="pt-BR" altLang="pt-BR" sz="2000" dirty="0"/>
              <a:t>Análise de Variância</a:t>
            </a:r>
          </a:p>
          <a:p>
            <a:pPr algn="just" eaLnBrk="1" hangingPunct="1">
              <a:buFontTx/>
              <a:buNone/>
            </a:pPr>
            <a:r>
              <a:rPr lang="pt-BR" altLang="pt-BR" sz="2000" dirty="0"/>
              <a:t>Análise de Regressão </a:t>
            </a:r>
          </a:p>
          <a:p>
            <a:pPr algn="just" eaLnBrk="1" hangingPunct="1">
              <a:buFontTx/>
              <a:buNone/>
            </a:pPr>
            <a:r>
              <a:rPr lang="pt-BR" altLang="pt-BR" sz="2000" dirty="0"/>
              <a:t>Componentes Principais</a:t>
            </a:r>
          </a:p>
          <a:p>
            <a:pPr algn="just" eaLnBrk="1" hangingPunct="1">
              <a:buNone/>
            </a:pPr>
            <a:r>
              <a:rPr lang="pt-BR" altLang="pt-BR" sz="2000" dirty="0"/>
              <a:t>Avaliação de Classificação/Modelos</a:t>
            </a:r>
          </a:p>
          <a:p>
            <a:pPr algn="just" eaLnBrk="1" hangingPunct="1">
              <a:buNone/>
            </a:pPr>
            <a:r>
              <a:rPr lang="pt-BR" altLang="pt-BR" sz="2000" dirty="0"/>
              <a:t>Análise de Agrupamento</a:t>
            </a:r>
          </a:p>
          <a:p>
            <a:pPr algn="just" eaLnBrk="1" hangingPunct="1">
              <a:buFontTx/>
              <a:buNone/>
            </a:pPr>
            <a:r>
              <a:rPr lang="pt-BR" altLang="pt-BR" sz="2000" dirty="0"/>
              <a:t>Estatísticas Não-Paramétricas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pt-BR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 descr=" 819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Dinâmica do curso</a:t>
            </a:r>
          </a:p>
        </p:txBody>
      </p:sp>
      <p:sp>
        <p:nvSpPr>
          <p:cNvPr id="3075" name="Rectangle 3" descr=" 3075"/>
          <p:cNvSpPr>
            <a:spLocks noGrp="1" noChangeArrowheads="1"/>
          </p:cNvSpPr>
          <p:nvPr>
            <p:ph type="body" idx="1"/>
          </p:nvPr>
        </p:nvSpPr>
        <p:spPr>
          <a:xfrm>
            <a:off x="685800" y="1388368"/>
            <a:ext cx="7772400" cy="4848944"/>
          </a:xfrm>
        </p:spPr>
        <p:txBody>
          <a:bodyPr/>
          <a:lstStyle/>
          <a:p>
            <a:pPr algn="just" eaLnBrk="1" hangingPunct="1">
              <a:buFontTx/>
              <a:buNone/>
              <a:defRPr/>
            </a:pPr>
            <a:r>
              <a:rPr lang="pt-BR" altLang="pt-BR" sz="2000" dirty="0"/>
              <a:t>Aulas:</a:t>
            </a:r>
          </a:p>
          <a:p>
            <a:pPr algn="just" eaLnBrk="1" hangingPunct="1">
              <a:buFontTx/>
              <a:buNone/>
              <a:defRPr/>
            </a:pPr>
            <a:endParaRPr lang="pt-BR" altLang="pt-BR" sz="2000" dirty="0"/>
          </a:p>
          <a:p>
            <a:pPr algn="just" eaLnBrk="1" hangingPunct="1"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Regulares</a:t>
            </a:r>
          </a:p>
          <a:p>
            <a:pPr marL="0" indent="0" algn="just" eaLnBrk="1" hangingPunct="1">
              <a:buNone/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	</a:t>
            </a: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O material disponibilizado </a:t>
            </a:r>
            <a:r>
              <a:rPr lang="pt-BR" altLang="pt-BR" sz="1600" dirty="0">
                <a:solidFill>
                  <a:srgbClr val="FF0000"/>
                </a:solidFill>
              </a:rPr>
              <a:t>deve ser </a:t>
            </a: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estudado antes da aula</a:t>
            </a:r>
          </a:p>
          <a:p>
            <a:pPr marL="0" indent="0" algn="just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A aula será interativa com perguntas direcionadas</a:t>
            </a:r>
          </a:p>
          <a:p>
            <a:pPr marL="0" indent="0" algn="just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O material disponibilizado será utilizado como apoio</a:t>
            </a:r>
          </a:p>
          <a:p>
            <a:pPr marL="0" indent="0" algn="just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Intervenções durante as aulas para esclarecimento de dúvidas ou 			comentários serão incentivadas</a:t>
            </a:r>
          </a:p>
          <a:p>
            <a:pPr marL="0" indent="0" algn="just" eaLnBrk="1" hangingPunct="1">
              <a:buFontTx/>
              <a:buNone/>
              <a:defRPr/>
            </a:pPr>
            <a:endParaRPr lang="pt-BR" altLang="pt-BR" sz="2000" dirty="0"/>
          </a:p>
          <a:p>
            <a:pPr algn="just" eaLnBrk="1" hangingPunct="1"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“Tira Dúvidas”</a:t>
            </a:r>
          </a:p>
          <a:p>
            <a:pPr marL="0" indent="0" algn="just" eaLnBrk="1" hangingPunct="1">
              <a:buNone/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	</a:t>
            </a: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Marcadas sempre antes das provas</a:t>
            </a:r>
          </a:p>
          <a:p>
            <a:pPr marL="0" indent="0" algn="just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Serão discutidos assuntos definidos pelos presentes, incluindo-se a 			resolução dos exercícios propostos caso haja interesse</a:t>
            </a:r>
          </a:p>
          <a:p>
            <a:pPr marL="0" indent="0" algn="just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Deverá acontecer preferencialmente no horário regular das aulas</a:t>
            </a:r>
          </a:p>
          <a:p>
            <a:pPr marL="0" indent="0" algn="just" eaLnBrk="1" hangingPunct="1">
              <a:buFontTx/>
              <a:buNone/>
              <a:defRPr/>
            </a:pPr>
            <a:endParaRPr lang="pt-BR" altLang="pt-BR" sz="1600" dirty="0"/>
          </a:p>
        </p:txBody>
      </p:sp>
      <p:sp>
        <p:nvSpPr>
          <p:cNvPr id="2" name="Espaço Reservado para Número de Slide 1" descr="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pt-BR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9832610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 descr=" 819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Dinâmica do curso</a:t>
            </a:r>
          </a:p>
        </p:txBody>
      </p:sp>
      <p:sp>
        <p:nvSpPr>
          <p:cNvPr id="3075" name="Rectangle 3" descr=" 3075"/>
          <p:cNvSpPr>
            <a:spLocks noGrp="1" noChangeArrowheads="1"/>
          </p:cNvSpPr>
          <p:nvPr>
            <p:ph type="body" idx="1"/>
          </p:nvPr>
        </p:nvSpPr>
        <p:spPr>
          <a:xfrm>
            <a:off x="685800" y="1700808"/>
            <a:ext cx="7772400" cy="3816424"/>
          </a:xfrm>
        </p:spPr>
        <p:txBody>
          <a:bodyPr/>
          <a:lstStyle/>
          <a:p>
            <a:pPr algn="just" eaLnBrk="1" hangingPunct="1">
              <a:buFontTx/>
              <a:buNone/>
              <a:defRPr/>
            </a:pPr>
            <a:r>
              <a:rPr lang="pt-BR" altLang="pt-BR" sz="2000" dirty="0"/>
              <a:t>Avaliações:</a:t>
            </a:r>
          </a:p>
          <a:p>
            <a:pPr algn="just" eaLnBrk="1" hangingPunct="1">
              <a:buFontTx/>
              <a:buNone/>
              <a:defRPr/>
            </a:pPr>
            <a:endParaRPr lang="pt-BR" altLang="pt-BR" sz="2000" dirty="0"/>
          </a:p>
          <a:p>
            <a:pPr algn="just" eaLnBrk="1" hangingPunct="1"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Exercícios</a:t>
            </a:r>
          </a:p>
          <a:p>
            <a:pPr marL="0" indent="0" algn="just" defTabSz="217488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			Disponibilizados por tema, devendo ser resolvidos em grupos de 4							pessoas e enviadas para camilo.renno@inpe.br em data combinada</a:t>
            </a:r>
          </a:p>
          <a:p>
            <a:pPr marL="0" indent="0" algn="just" defTabSz="217488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			Devem ser entregues no formato </a:t>
            </a:r>
            <a:r>
              <a:rPr lang="pt-BR" altLang="pt-BR" sz="1600" dirty="0">
                <a:solidFill>
                  <a:srgbClr val="FF0000"/>
                </a:solidFill>
              </a:rPr>
              <a:t>PDF editável</a:t>
            </a:r>
          </a:p>
          <a:p>
            <a:pPr marL="0" indent="0" algn="just" defTabSz="217488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				e não serão aceitos arquivos em outros formatos (</a:t>
            </a:r>
            <a:r>
              <a:rPr lang="pt-BR" altLang="pt-BR" sz="1600" dirty="0" err="1">
                <a:solidFill>
                  <a:schemeClr val="tx1">
                    <a:lumMod val="100000"/>
                  </a:schemeClr>
                </a:solidFill>
              </a:rPr>
              <a:t>doc</a:t>
            </a: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, </a:t>
            </a:r>
            <a:r>
              <a:rPr lang="pt-BR" altLang="pt-BR" sz="1600" dirty="0" err="1">
                <a:solidFill>
                  <a:schemeClr val="tx1">
                    <a:lumMod val="100000"/>
                  </a:schemeClr>
                </a:solidFill>
              </a:rPr>
              <a:t>xls</a:t>
            </a: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, </a:t>
            </a:r>
            <a:r>
              <a:rPr lang="pt-BR" altLang="pt-BR" sz="1600" dirty="0" err="1">
                <a:solidFill>
                  <a:schemeClr val="tx1">
                    <a:lumMod val="100000"/>
                  </a:schemeClr>
                </a:solidFill>
              </a:rPr>
              <a:t>etc</a:t>
            </a: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)</a:t>
            </a:r>
          </a:p>
          <a:p>
            <a:pPr marL="0" indent="0" algn="just" defTabSz="900113" eaLnBrk="1" hangingPunct="1">
              <a:buNone/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	</a:t>
            </a:r>
            <a:r>
              <a:rPr lang="pt-BR" altLang="pt-BR" sz="1600" dirty="0"/>
              <a:t>	</a:t>
            </a:r>
          </a:p>
          <a:p>
            <a:pPr algn="just" eaLnBrk="1" hangingPunct="1"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Provas</a:t>
            </a:r>
          </a:p>
          <a:p>
            <a:pPr marL="0" indent="0" algn="just" defTabSz="217488" eaLnBrk="1" hangingPunct="1">
              <a:buNone/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				</a:t>
            </a:r>
            <a:r>
              <a:rPr lang="pt-BR" altLang="pt-BR" sz="1600" dirty="0">
                <a:solidFill>
                  <a:srgbClr val="000000"/>
                </a:solidFill>
              </a:rPr>
              <a:t>3 provas individuais e não acumulativas</a:t>
            </a:r>
          </a:p>
          <a:p>
            <a:pPr marL="0" indent="0" algn="just" defTabSz="217488" eaLnBrk="1" hangingPunct="1">
              <a:buNone/>
              <a:defRPr/>
            </a:pPr>
            <a:r>
              <a:rPr lang="pt-BR" altLang="pt-BR" sz="1600" dirty="0">
                <a:solidFill>
                  <a:srgbClr val="000000"/>
                </a:solidFill>
              </a:rPr>
              <a:t>				É permitido a consulta a materiais impressos e o uso de calculadoras</a:t>
            </a:r>
          </a:p>
          <a:p>
            <a:pPr marL="0" indent="0" algn="just" defTabSz="217488" eaLnBrk="1" hangingPunct="1">
              <a:buNone/>
              <a:defRPr/>
            </a:pPr>
            <a:r>
              <a:rPr lang="pt-BR" altLang="pt-BR" sz="1600" dirty="0">
                <a:solidFill>
                  <a:srgbClr val="000000"/>
                </a:solidFill>
              </a:rPr>
              <a:t>				Não é permitido o uso de celulares, </a:t>
            </a:r>
            <a:r>
              <a:rPr lang="pt-BR" altLang="pt-BR" sz="1600" dirty="0" err="1">
                <a:solidFill>
                  <a:srgbClr val="000000"/>
                </a:solidFill>
              </a:rPr>
              <a:t>tablets</a:t>
            </a:r>
            <a:r>
              <a:rPr lang="pt-BR" altLang="pt-BR" sz="1600" dirty="0">
                <a:solidFill>
                  <a:srgbClr val="000000"/>
                </a:solidFill>
              </a:rPr>
              <a:t> e computadores</a:t>
            </a:r>
            <a:endParaRPr lang="pt-BR" altLang="pt-BR" sz="2000" dirty="0"/>
          </a:p>
        </p:txBody>
      </p:sp>
      <p:sp>
        <p:nvSpPr>
          <p:cNvPr id="2" name="Espaço Reservado para Número de Slide 1" descr="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pt-BR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877254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054088" y="3756151"/>
            <a:ext cx="4762714" cy="2913209"/>
          </a:xfrm>
          <a:prstGeom prst="rect">
            <a:avLst/>
          </a:prstGeom>
        </p:spPr>
      </p:pic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Dinâmica do curso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340768"/>
            <a:ext cx="7772400" cy="2448272"/>
          </a:xfrm>
        </p:spPr>
        <p:txBody>
          <a:bodyPr/>
          <a:lstStyle/>
          <a:p>
            <a:pPr algn="just" eaLnBrk="1" hangingPunct="1">
              <a:buFontTx/>
              <a:buNone/>
              <a:defRPr/>
            </a:pPr>
            <a:r>
              <a:rPr lang="pt-BR" altLang="pt-BR" sz="2000" dirty="0"/>
              <a:t>Nota Final:</a:t>
            </a:r>
          </a:p>
          <a:p>
            <a:pPr algn="just" eaLnBrk="1" hangingPunct="1">
              <a:buFontTx/>
              <a:buNone/>
              <a:defRPr/>
            </a:pPr>
            <a:endParaRPr lang="pt-BR" altLang="pt-BR" sz="1000" dirty="0"/>
          </a:p>
          <a:p>
            <a:pPr marL="174625" indent="-174625" algn="just" eaLnBrk="1" hangingPunct="1">
              <a:buNone/>
              <a:defRPr/>
            </a:pPr>
            <a:r>
              <a:rPr lang="pt-BR" sz="1600" dirty="0"/>
              <a:t>Os alunos serão avaliados através de exercícios referentes a cada tema discutido em aula e 3 provas com consulta (P1, P2 e P3).</a:t>
            </a:r>
          </a:p>
          <a:p>
            <a:pPr marL="174625" indent="-174625" algn="just" eaLnBrk="1" hangingPunct="1">
              <a:buNone/>
              <a:defRPr/>
            </a:pPr>
            <a:r>
              <a:rPr lang="pt-BR" sz="1600" dirty="0"/>
              <a:t>A nota final (NF) será resultado da ponderação entre as notas das provas e a nota média de todos os exercícios (E), dada por:</a:t>
            </a:r>
          </a:p>
          <a:p>
            <a:pPr marL="174625" indent="-174625" algn="ctr" eaLnBrk="1" hangingPunct="1">
              <a:buNone/>
              <a:defRPr/>
            </a:pPr>
            <a:r>
              <a:rPr lang="pt-BR" sz="1600" dirty="0"/>
              <a:t>NF = 0,25P1 + 0,25P2 + 0,25P3 + 0,25E</a:t>
            </a:r>
          </a:p>
          <a:p>
            <a:pPr marL="174625" indent="-174625" algn="just" eaLnBrk="1" hangingPunct="1">
              <a:buNone/>
              <a:defRPr/>
            </a:pPr>
            <a:r>
              <a:rPr lang="pt-BR" sz="1600" dirty="0"/>
              <a:t>NF será posteriormente convertida num conceito segundo a tabela</a:t>
            </a:r>
            <a:r>
              <a:rPr lang="pt-BR" altLang="pt-BR" sz="1600" dirty="0"/>
              <a:t>: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239123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Número de Slide 1"/>
          <p:cNvSpPr>
            <a:spLocks noGrp="1"/>
          </p:cNvSpPr>
          <p:nvPr>
            <p:ph type="sldNum" sz="quarter" idx="12"/>
          </p:nvPr>
        </p:nvSpPr>
        <p:spPr>
          <a:xfrm>
            <a:off x="7256463" y="6400800"/>
            <a:ext cx="1905000" cy="457200"/>
          </a:xfrm>
        </p:spPr>
        <p:txBody>
          <a:bodyPr/>
          <a:lstStyle/>
          <a:p>
            <a:pPr>
              <a:defRPr/>
            </a:pPr>
            <a:r>
              <a:rPr lang="pt-BR" dirty="0"/>
              <a:t>8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BB5D00E7-EF6A-407C-2951-2E03B734E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737" y="1052512"/>
            <a:ext cx="8010525" cy="4752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6327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EC61133-8F93-28B9-6E9E-CDDDC8468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37" y="1052512"/>
            <a:ext cx="8010525" cy="4752975"/>
          </a:xfrm>
          <a:prstGeom prst="rect">
            <a:avLst/>
          </a:prstGeom>
        </p:spPr>
      </p:pic>
      <p:sp>
        <p:nvSpPr>
          <p:cNvPr id="5" name="Espaço Reservado para Número de Slide 1"/>
          <p:cNvSpPr>
            <a:spLocks noGrp="1"/>
          </p:cNvSpPr>
          <p:nvPr>
            <p:ph type="sldNum" sz="quarter" idx="12"/>
          </p:nvPr>
        </p:nvSpPr>
        <p:spPr>
          <a:xfrm>
            <a:off x="7256463" y="6400800"/>
            <a:ext cx="1905000" cy="457200"/>
          </a:xfrm>
        </p:spPr>
        <p:txBody>
          <a:bodyPr/>
          <a:lstStyle/>
          <a:p>
            <a:pPr>
              <a:defRPr/>
            </a:pPr>
            <a:r>
              <a:rPr lang="pt-BR" dirty="0"/>
              <a:t>9</a:t>
            </a:r>
          </a:p>
        </p:txBody>
      </p:sp>
      <p:sp>
        <p:nvSpPr>
          <p:cNvPr id="4" name="Elipse 3"/>
          <p:cNvSpPr/>
          <p:nvPr/>
        </p:nvSpPr>
        <p:spPr>
          <a:xfrm>
            <a:off x="2526748" y="2492896"/>
            <a:ext cx="1728192" cy="57009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9" name="Elipse 8"/>
          <p:cNvSpPr/>
          <p:nvPr/>
        </p:nvSpPr>
        <p:spPr>
          <a:xfrm>
            <a:off x="4499992" y="3219668"/>
            <a:ext cx="936104" cy="44841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0" name="Elipse 9"/>
          <p:cNvSpPr/>
          <p:nvPr/>
        </p:nvSpPr>
        <p:spPr>
          <a:xfrm>
            <a:off x="2555776" y="4388253"/>
            <a:ext cx="2412268" cy="57009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1" name="Elipse 10"/>
          <p:cNvSpPr/>
          <p:nvPr/>
        </p:nvSpPr>
        <p:spPr>
          <a:xfrm>
            <a:off x="2843808" y="3876623"/>
            <a:ext cx="2592288" cy="468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4C6BF194-C996-C851-56D8-C4F059D6A25B}"/>
              </a:ext>
            </a:extLst>
          </p:cNvPr>
          <p:cNvSpPr/>
          <p:nvPr/>
        </p:nvSpPr>
        <p:spPr>
          <a:xfrm>
            <a:off x="599034" y="2966761"/>
            <a:ext cx="936104" cy="57009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28394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animBg="1"/>
      <p:bldP spid="10" grpId="0" animBg="1"/>
      <p:bldP spid="11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27C4FE5E-E7F3-5861-67C7-1137058EB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Número de Slide 1">
            <a:extLst>
              <a:ext uri="{FF2B5EF4-FFF2-40B4-BE49-F238E27FC236}">
                <a16:creationId xmlns:a16="http://schemas.microsoft.com/office/drawing/2014/main" id="{E8DA791C-81FE-7C11-EF2A-E59389709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6463" y="6400800"/>
            <a:ext cx="1905000" cy="457200"/>
          </a:xfrm>
        </p:spPr>
        <p:txBody>
          <a:bodyPr/>
          <a:lstStyle/>
          <a:p>
            <a:pPr>
              <a:defRPr/>
            </a:pPr>
            <a:r>
              <a:rPr lang="pt-BR" dirty="0"/>
              <a:t>9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58369A1-B574-7C02-D761-5E53634274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12315"/>
            <a:ext cx="9144000" cy="603337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7199835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.5|1.7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5|0.6|0.3|0.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5|0.6|0.3|0.2"/>
</p:tagLst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18979</TotalTime>
  <Words>507</Words>
  <Application>Microsoft Office PowerPoint</Application>
  <PresentationFormat>Apresentação na tela (4:3)</PresentationFormat>
  <Paragraphs>66</Paragraphs>
  <Slides>10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6" baseType="lpstr">
      <vt:lpstr>Arial Unicode MS</vt:lpstr>
      <vt:lpstr>Calibri</vt:lpstr>
      <vt:lpstr>Comic Sans MS</vt:lpstr>
      <vt:lpstr>Tahoma</vt:lpstr>
      <vt:lpstr>Times New Roman</vt:lpstr>
      <vt:lpstr>Estrutura padrão</vt:lpstr>
      <vt:lpstr>Estatística: Aplicação ao Sensoriamento Remoto  SER 204  Apresentação da Disciplina</vt:lpstr>
      <vt:lpstr>Apresentação</vt:lpstr>
      <vt:lpstr>Apresentação</vt:lpstr>
      <vt:lpstr>Conteúdo Programático</vt:lpstr>
      <vt:lpstr>Dinâmica do curso</vt:lpstr>
      <vt:lpstr>Dinâmica do curso</vt:lpstr>
      <vt:lpstr>Dinâmica do curso</vt:lpstr>
      <vt:lpstr>Apresentação do PowerPoint</vt:lpstr>
      <vt:lpstr>Apresentação do PowerPoint</vt:lpstr>
      <vt:lpstr>Apresentação do PowerPoint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Estatística</dc:title>
  <dc:creator>Camilo Daleles Rennó, DPI/INPE</dc:creator>
  <cp:lastModifiedBy>Camilo Daleles Rennó</cp:lastModifiedBy>
  <cp:revision>956</cp:revision>
  <dcterms:created xsi:type="dcterms:W3CDTF">2003-03-18T00:57:51Z</dcterms:created>
  <dcterms:modified xsi:type="dcterms:W3CDTF">2026-06-13T20:47:38Z</dcterms:modified>
</cp:coreProperties>
</file>