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9"/>
  </p:notesMasterIdLst>
  <p:sldIdLst>
    <p:sldId id="380" r:id="rId2"/>
    <p:sldId id="420" r:id="rId3"/>
    <p:sldId id="421" r:id="rId4"/>
    <p:sldId id="394" r:id="rId5"/>
    <p:sldId id="395" r:id="rId6"/>
    <p:sldId id="396" r:id="rId7"/>
    <p:sldId id="423" r:id="rId8"/>
    <p:sldId id="424" r:id="rId9"/>
    <p:sldId id="425" r:id="rId10"/>
    <p:sldId id="426" r:id="rId11"/>
    <p:sldId id="427" r:id="rId12"/>
    <p:sldId id="398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28" r:id="rId21"/>
    <p:sldId id="406" r:id="rId22"/>
    <p:sldId id="407" r:id="rId23"/>
    <p:sldId id="429" r:id="rId24"/>
    <p:sldId id="430" r:id="rId25"/>
    <p:sldId id="300" r:id="rId26"/>
    <p:sldId id="301" r:id="rId27"/>
    <p:sldId id="302" r:id="rId28"/>
    <p:sldId id="303" r:id="rId29"/>
    <p:sldId id="304" r:id="rId30"/>
    <p:sldId id="305" r:id="rId31"/>
    <p:sldId id="431" r:id="rId32"/>
    <p:sldId id="432" r:id="rId33"/>
    <p:sldId id="333" r:id="rId34"/>
    <p:sldId id="334" r:id="rId35"/>
    <p:sldId id="335" r:id="rId36"/>
    <p:sldId id="336" r:id="rId37"/>
    <p:sldId id="433" r:id="rId38"/>
    <p:sldId id="337" r:id="rId39"/>
    <p:sldId id="338" r:id="rId40"/>
    <p:sldId id="339" r:id="rId41"/>
    <p:sldId id="434" r:id="rId42"/>
    <p:sldId id="454" r:id="rId43"/>
    <p:sldId id="455" r:id="rId44"/>
    <p:sldId id="456" r:id="rId45"/>
    <p:sldId id="344" r:id="rId46"/>
    <p:sldId id="410" r:id="rId47"/>
    <p:sldId id="390" r:id="rId48"/>
    <p:sldId id="391" r:id="rId49"/>
    <p:sldId id="392" r:id="rId50"/>
    <p:sldId id="411" r:id="rId51"/>
    <p:sldId id="412" r:id="rId52"/>
    <p:sldId id="418" r:id="rId53"/>
    <p:sldId id="413" r:id="rId54"/>
    <p:sldId id="414" r:id="rId55"/>
    <p:sldId id="415" r:id="rId56"/>
    <p:sldId id="416" r:id="rId57"/>
    <p:sldId id="417" r:id="rId58"/>
    <p:sldId id="435" r:id="rId59"/>
    <p:sldId id="436" r:id="rId60"/>
    <p:sldId id="441" r:id="rId61"/>
    <p:sldId id="437" r:id="rId62"/>
    <p:sldId id="438" r:id="rId63"/>
    <p:sldId id="439" r:id="rId64"/>
    <p:sldId id="440" r:id="rId65"/>
    <p:sldId id="442" r:id="rId66"/>
    <p:sldId id="443" r:id="rId67"/>
    <p:sldId id="444" r:id="rId68"/>
    <p:sldId id="445" r:id="rId69"/>
    <p:sldId id="446" r:id="rId70"/>
    <p:sldId id="447" r:id="rId71"/>
    <p:sldId id="448" r:id="rId72"/>
    <p:sldId id="449" r:id="rId73"/>
    <p:sldId id="450" r:id="rId74"/>
    <p:sldId id="451" r:id="rId75"/>
    <p:sldId id="452" r:id="rId76"/>
    <p:sldId id="453" r:id="rId77"/>
    <p:sldId id="457" r:id="rId78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EAEAEA"/>
    <a:srgbClr val="000000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EDC10-9987-47E3-B1EB-7FB90B33D1E9}" v="2" dt="2025-06-16T23:50:50.0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55" d="100"/>
          <a:sy n="55" d="100"/>
        </p:scale>
        <p:origin x="1600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Rennó" userId="eac9aab033b2f962" providerId="LiveId" clId="{53F7145B-CE75-466C-856C-85F22CA7CC36}"/>
    <pc:docChg chg="undo custSel addSld delSld modSld">
      <pc:chgData name="Camilo Rennó" userId="eac9aab033b2f962" providerId="LiveId" clId="{53F7145B-CE75-466C-856C-85F22CA7CC36}" dt="2024-06-06T22:43:04.566" v="1456" actId="20577"/>
      <pc:docMkLst>
        <pc:docMk/>
      </pc:docMkLst>
      <pc:sldChg chg="addSp delSp modSp mod">
        <pc:chgData name="Camilo Rennó" userId="eac9aab033b2f962" providerId="LiveId" clId="{53F7145B-CE75-466C-856C-85F22CA7CC36}" dt="2024-06-06T18:45:31.425" v="178" actId="33423"/>
        <pc:sldMkLst>
          <pc:docMk/>
          <pc:sldMk cId="0" sldId="305"/>
        </pc:sldMkLst>
      </pc:sldChg>
      <pc:sldChg chg="modSp mod">
        <pc:chgData name="Camilo Rennó" userId="eac9aab033b2f962" providerId="LiveId" clId="{53F7145B-CE75-466C-856C-85F22CA7CC36}" dt="2024-06-06T18:31:01.139" v="7" actId="20577"/>
        <pc:sldMkLst>
          <pc:docMk/>
          <pc:sldMk cId="0" sldId="380"/>
        </pc:sldMkLst>
      </pc:sldChg>
      <pc:sldChg chg="delSp modSp mod">
        <pc:chgData name="Camilo Rennó" userId="eac9aab033b2f962" providerId="LiveId" clId="{53F7145B-CE75-466C-856C-85F22CA7CC36}" dt="2024-06-06T22:43:04.566" v="1456" actId="20577"/>
        <pc:sldMkLst>
          <pc:docMk/>
          <pc:sldMk cId="360436200" sldId="421"/>
        </pc:sldMkLst>
      </pc:sldChg>
      <pc:sldChg chg="addSp modSp modAnim">
        <pc:chgData name="Camilo Rennó" userId="eac9aab033b2f962" providerId="LiveId" clId="{53F7145B-CE75-466C-856C-85F22CA7CC36}" dt="2024-06-06T18:34:13.295" v="145" actId="313"/>
        <pc:sldMkLst>
          <pc:docMk/>
          <pc:sldMk cId="61307484" sldId="442"/>
        </pc:sldMkLst>
      </pc:sldChg>
      <pc:sldChg chg="addSp delSp modSp mod modAnim">
        <pc:chgData name="Camilo Rennó" userId="eac9aab033b2f962" providerId="LiveId" clId="{53F7145B-CE75-466C-856C-85F22CA7CC36}" dt="2024-06-06T19:15:26.001" v="418" actId="478"/>
        <pc:sldMkLst>
          <pc:docMk/>
          <pc:sldMk cId="401894323" sldId="447"/>
        </pc:sldMkLst>
      </pc:sldChg>
      <pc:sldChg chg="addSp delSp modSp add mod delAnim modAnim">
        <pc:chgData name="Camilo Rennó" userId="eac9aab033b2f962" providerId="LiveId" clId="{53F7145B-CE75-466C-856C-85F22CA7CC36}" dt="2024-06-06T22:07:25.631" v="1254" actId="114"/>
        <pc:sldMkLst>
          <pc:docMk/>
          <pc:sldMk cId="377210117" sldId="451"/>
        </pc:sldMkLst>
      </pc:sldChg>
      <pc:sldChg chg="addSp delSp modSp add mod modAnim">
        <pc:chgData name="Camilo Rennó" userId="eac9aab033b2f962" providerId="LiveId" clId="{53F7145B-CE75-466C-856C-85F22CA7CC36}" dt="2024-06-06T22:06:57.243" v="1248" actId="114"/>
        <pc:sldMkLst>
          <pc:docMk/>
          <pc:sldMk cId="3419558432" sldId="452"/>
        </pc:sldMkLst>
      </pc:sldChg>
      <pc:sldChg chg="addSp delSp modSp add mod modAnim">
        <pc:chgData name="Camilo Rennó" userId="eac9aab033b2f962" providerId="LiveId" clId="{53F7145B-CE75-466C-856C-85F22CA7CC36}" dt="2024-06-06T22:32:16.198" v="1397" actId="1037"/>
        <pc:sldMkLst>
          <pc:docMk/>
          <pc:sldMk cId="824380173" sldId="453"/>
        </pc:sldMkLst>
      </pc:sldChg>
      <pc:sldChg chg="addSp modSp add del mod">
        <pc:chgData name="Camilo Rennó" userId="eac9aab033b2f962" providerId="LiveId" clId="{53F7145B-CE75-466C-856C-85F22CA7CC36}" dt="2024-06-06T22:42:41.591" v="1449" actId="47"/>
        <pc:sldMkLst>
          <pc:docMk/>
          <pc:sldMk cId="43688006" sldId="454"/>
        </pc:sldMkLst>
      </pc:sldChg>
      <pc:sldChg chg="add del">
        <pc:chgData name="Camilo Rennó" userId="eac9aab033b2f962" providerId="LiveId" clId="{53F7145B-CE75-466C-856C-85F22CA7CC36}" dt="2024-06-06T22:33:26.781" v="1399" actId="47"/>
        <pc:sldMkLst>
          <pc:docMk/>
          <pc:sldMk cId="1242747412" sldId="454"/>
        </pc:sldMkLst>
      </pc:sldChg>
    </pc:docChg>
  </pc:docChgLst>
  <pc:docChgLst>
    <pc:chgData name="Camilo Daleles Rennó" userId="eac9aab033b2f962" providerId="LiveId" clId="{758860F6-D633-4ED7-A9C1-A673B47D37CB}"/>
    <pc:docChg chg="undo custSel addSld delSld modSld">
      <pc:chgData name="Camilo Daleles Rennó" userId="eac9aab033b2f962" providerId="LiveId" clId="{758860F6-D633-4ED7-A9C1-A673B47D37CB}" dt="2025-05-21T12:46:46.177" v="2643" actId="1037"/>
      <pc:docMkLst>
        <pc:docMk/>
      </pc:docMkLst>
      <pc:sldChg chg="addSp delSp modSp">
        <pc:chgData name="Camilo Daleles Rennó" userId="eac9aab033b2f962" providerId="LiveId" clId="{758860F6-D633-4ED7-A9C1-A673B47D37CB}" dt="2025-05-09T13:43:22.941" v="21"/>
        <pc:sldMkLst>
          <pc:docMk/>
          <pc:sldMk cId="0" sldId="301"/>
        </pc:sldMkLst>
        <pc:spChg chg="add mod">
          <ac:chgData name="Camilo Daleles Rennó" userId="eac9aab033b2f962" providerId="LiveId" clId="{758860F6-D633-4ED7-A9C1-A673B47D37CB}" dt="2025-05-09T13:43:22.941" v="21"/>
          <ac:spMkLst>
            <pc:docMk/>
            <pc:sldMk cId="0" sldId="301"/>
            <ac:spMk id="3" creationId="{DAE02B4C-6F63-C916-C914-3A51D27A2787}"/>
          </ac:spMkLst>
        </pc:spChg>
      </pc:sldChg>
      <pc:sldChg chg="addSp delSp modSp">
        <pc:chgData name="Camilo Daleles Rennó" userId="eac9aab033b2f962" providerId="LiveId" clId="{758860F6-D633-4ED7-A9C1-A673B47D37CB}" dt="2025-05-09T13:43:30.793" v="23"/>
        <pc:sldMkLst>
          <pc:docMk/>
          <pc:sldMk cId="0" sldId="302"/>
        </pc:sldMkLst>
        <pc:spChg chg="add mod">
          <ac:chgData name="Camilo Daleles Rennó" userId="eac9aab033b2f962" providerId="LiveId" clId="{758860F6-D633-4ED7-A9C1-A673B47D37CB}" dt="2025-05-09T13:43:30.793" v="23"/>
          <ac:spMkLst>
            <pc:docMk/>
            <pc:sldMk cId="0" sldId="302"/>
            <ac:spMk id="8" creationId="{0F30475C-3150-8F95-4E7A-79B876F6046F}"/>
          </ac:spMkLst>
        </pc:spChg>
      </pc:sldChg>
      <pc:sldChg chg="addSp delSp modSp">
        <pc:chgData name="Camilo Daleles Rennó" userId="eac9aab033b2f962" providerId="LiveId" clId="{758860F6-D633-4ED7-A9C1-A673B47D37CB}" dt="2025-05-09T13:43:38.433" v="25"/>
        <pc:sldMkLst>
          <pc:docMk/>
          <pc:sldMk cId="0" sldId="303"/>
        </pc:sldMkLst>
        <pc:spChg chg="add mod">
          <ac:chgData name="Camilo Daleles Rennó" userId="eac9aab033b2f962" providerId="LiveId" clId="{758860F6-D633-4ED7-A9C1-A673B47D37CB}" dt="2025-05-09T13:43:38.433" v="25"/>
          <ac:spMkLst>
            <pc:docMk/>
            <pc:sldMk cId="0" sldId="303"/>
            <ac:spMk id="3" creationId="{609E4C5E-80A9-7C07-9DA5-8F1213DFEC29}"/>
          </ac:spMkLst>
        </pc:spChg>
      </pc:sldChg>
      <pc:sldChg chg="addSp delSp modSp">
        <pc:chgData name="Camilo Daleles Rennó" userId="eac9aab033b2f962" providerId="LiveId" clId="{758860F6-D633-4ED7-A9C1-A673B47D37CB}" dt="2025-05-09T13:43:43.794" v="27"/>
        <pc:sldMkLst>
          <pc:docMk/>
          <pc:sldMk cId="0" sldId="304"/>
        </pc:sldMkLst>
        <pc:spChg chg="add mod">
          <ac:chgData name="Camilo Daleles Rennó" userId="eac9aab033b2f962" providerId="LiveId" clId="{758860F6-D633-4ED7-A9C1-A673B47D37CB}" dt="2025-05-09T13:43:43.794" v="27"/>
          <ac:spMkLst>
            <pc:docMk/>
            <pc:sldMk cId="0" sldId="304"/>
            <ac:spMk id="4" creationId="{02670268-08BC-6769-F7BF-DB2A60D4A504}"/>
          </ac:spMkLst>
        </pc:spChg>
      </pc:sldChg>
      <pc:sldChg chg="addSp delSp modSp">
        <pc:chgData name="Camilo Daleles Rennó" userId="eac9aab033b2f962" providerId="LiveId" clId="{758860F6-D633-4ED7-A9C1-A673B47D37CB}" dt="2025-05-09T13:43:49.322" v="29"/>
        <pc:sldMkLst>
          <pc:docMk/>
          <pc:sldMk cId="0" sldId="305"/>
        </pc:sldMkLst>
        <pc:spChg chg="add mod">
          <ac:chgData name="Camilo Daleles Rennó" userId="eac9aab033b2f962" providerId="LiveId" clId="{758860F6-D633-4ED7-A9C1-A673B47D37CB}" dt="2025-05-09T13:43:49.322" v="29"/>
          <ac:spMkLst>
            <pc:docMk/>
            <pc:sldMk cId="0" sldId="305"/>
            <ac:spMk id="3" creationId="{3C57B08F-7DCB-DBE8-3416-B1D9DED7D674}"/>
          </ac:spMkLst>
        </pc:spChg>
      </pc:sldChg>
      <pc:sldChg chg="addSp delSp modSp">
        <pc:chgData name="Camilo Daleles Rennó" userId="eac9aab033b2f962" providerId="LiveId" clId="{758860F6-D633-4ED7-A9C1-A673B47D37CB}" dt="2025-05-09T13:45:31.566" v="31"/>
        <pc:sldMkLst>
          <pc:docMk/>
          <pc:sldMk cId="0" sldId="334"/>
        </pc:sldMkLst>
        <pc:spChg chg="add mod">
          <ac:chgData name="Camilo Daleles Rennó" userId="eac9aab033b2f962" providerId="LiveId" clId="{758860F6-D633-4ED7-A9C1-A673B47D37CB}" dt="2025-05-09T13:45:31.566" v="31"/>
          <ac:spMkLst>
            <pc:docMk/>
            <pc:sldMk cId="0" sldId="334"/>
            <ac:spMk id="5" creationId="{584464F0-3DBB-D0A0-7164-D25BBD17259D}"/>
          </ac:spMkLst>
        </pc:spChg>
      </pc:sldChg>
      <pc:sldChg chg="addSp delSp modSp">
        <pc:chgData name="Camilo Daleles Rennó" userId="eac9aab033b2f962" providerId="LiveId" clId="{758860F6-D633-4ED7-A9C1-A673B47D37CB}" dt="2025-05-09T13:45:36.477" v="33"/>
        <pc:sldMkLst>
          <pc:docMk/>
          <pc:sldMk cId="0" sldId="335"/>
        </pc:sldMkLst>
        <pc:spChg chg="add mod">
          <ac:chgData name="Camilo Daleles Rennó" userId="eac9aab033b2f962" providerId="LiveId" clId="{758860F6-D633-4ED7-A9C1-A673B47D37CB}" dt="2025-05-09T13:45:36.477" v="33"/>
          <ac:spMkLst>
            <pc:docMk/>
            <pc:sldMk cId="0" sldId="335"/>
            <ac:spMk id="3" creationId="{481396B1-03F6-6B38-D722-C087DFE4EE53}"/>
          </ac:spMkLst>
        </pc:spChg>
      </pc:sldChg>
      <pc:sldChg chg="addSp delSp modSp">
        <pc:chgData name="Camilo Daleles Rennó" userId="eac9aab033b2f962" providerId="LiveId" clId="{758860F6-D633-4ED7-A9C1-A673B47D37CB}" dt="2025-05-09T13:45:41.167" v="35"/>
        <pc:sldMkLst>
          <pc:docMk/>
          <pc:sldMk cId="0" sldId="336"/>
        </pc:sldMkLst>
        <pc:spChg chg="add mod">
          <ac:chgData name="Camilo Daleles Rennó" userId="eac9aab033b2f962" providerId="LiveId" clId="{758860F6-D633-4ED7-A9C1-A673B47D37CB}" dt="2025-05-09T13:45:41.167" v="35"/>
          <ac:spMkLst>
            <pc:docMk/>
            <pc:sldMk cId="0" sldId="336"/>
            <ac:spMk id="3" creationId="{0A1A8019-DACA-DF12-6DCA-A64ACCFEB17B}"/>
          </ac:spMkLst>
        </pc:spChg>
      </pc:sldChg>
      <pc:sldChg chg="addSp modSp del mod">
        <pc:chgData name="Camilo Daleles Rennó" userId="eac9aab033b2f962" providerId="LiveId" clId="{758860F6-D633-4ED7-A9C1-A673B47D37CB}" dt="2025-05-09T15:15:27.173" v="1105" actId="47"/>
        <pc:sldMkLst>
          <pc:docMk/>
          <pc:sldMk cId="0" sldId="340"/>
        </pc:sldMkLst>
      </pc:sldChg>
      <pc:sldChg chg="addSp modSp del">
        <pc:chgData name="Camilo Daleles Rennó" userId="eac9aab033b2f962" providerId="LiveId" clId="{758860F6-D633-4ED7-A9C1-A673B47D37CB}" dt="2025-05-09T15:15:25.627" v="1104" actId="47"/>
        <pc:sldMkLst>
          <pc:docMk/>
          <pc:sldMk cId="0" sldId="341"/>
        </pc:sldMkLst>
      </pc:sldChg>
      <pc:sldChg chg="addSp modSp del">
        <pc:chgData name="Camilo Daleles Rennó" userId="eac9aab033b2f962" providerId="LiveId" clId="{758860F6-D633-4ED7-A9C1-A673B47D37CB}" dt="2025-05-09T15:15:24.162" v="1103" actId="47"/>
        <pc:sldMkLst>
          <pc:docMk/>
          <pc:sldMk cId="0" sldId="342"/>
        </pc:sldMkLst>
      </pc:sldChg>
      <pc:sldChg chg="addSp modSp del">
        <pc:chgData name="Camilo Daleles Rennó" userId="eac9aab033b2f962" providerId="LiveId" clId="{758860F6-D633-4ED7-A9C1-A673B47D37CB}" dt="2025-05-09T15:15:22.976" v="1102" actId="47"/>
        <pc:sldMkLst>
          <pc:docMk/>
          <pc:sldMk cId="0" sldId="343"/>
        </pc:sldMkLst>
      </pc:sldChg>
      <pc:sldChg chg="addSp delSp modSp mod">
        <pc:chgData name="Camilo Daleles Rennó" userId="eac9aab033b2f962" providerId="LiveId" clId="{758860F6-D633-4ED7-A9C1-A673B47D37CB}" dt="2025-05-09T12:59:31.566" v="3"/>
        <pc:sldMkLst>
          <pc:docMk/>
          <pc:sldMk cId="0" sldId="380"/>
        </pc:sldMkLst>
        <pc:spChg chg="add mod">
          <ac:chgData name="Camilo Daleles Rennó" userId="eac9aab033b2f962" providerId="LiveId" clId="{758860F6-D633-4ED7-A9C1-A673B47D37CB}" dt="2025-05-09T12:59:31.566" v="3"/>
          <ac:spMkLst>
            <pc:docMk/>
            <pc:sldMk cId="0" sldId="380"/>
            <ac:spMk id="2" creationId="{35509BE4-1053-15BF-FC42-E92D7572338C}"/>
          </ac:spMkLst>
        </pc:spChg>
        <pc:spChg chg="mod">
          <ac:chgData name="Camilo Daleles Rennó" userId="eac9aab033b2f962" providerId="LiveId" clId="{758860F6-D633-4ED7-A9C1-A673B47D37CB}" dt="2025-05-07T16:14:00.425" v="1" actId="20577"/>
          <ac:spMkLst>
            <pc:docMk/>
            <pc:sldMk cId="0" sldId="380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6:31.294" v="9" actId="114"/>
        <pc:sldMkLst>
          <pc:docMk/>
          <pc:sldMk cId="0" sldId="394"/>
        </pc:sldMkLst>
        <pc:spChg chg="mod">
          <ac:chgData name="Camilo Daleles Rennó" userId="eac9aab033b2f962" providerId="LiveId" clId="{758860F6-D633-4ED7-A9C1-A673B47D37CB}" dt="2025-05-09T13:36:31.294" v="9" actId="114"/>
          <ac:spMkLst>
            <pc:docMk/>
            <pc:sldMk cId="0" sldId="394"/>
            <ac:spMk id="4102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09.063" v="10" actId="114"/>
        <pc:sldMkLst>
          <pc:docMk/>
          <pc:sldMk cId="0" sldId="395"/>
        </pc:sldMkLst>
        <pc:spChg chg="mod">
          <ac:chgData name="Camilo Daleles Rennó" userId="eac9aab033b2f962" providerId="LiveId" clId="{758860F6-D633-4ED7-A9C1-A673B47D37CB}" dt="2025-05-09T13:37:09.063" v="10" actId="114"/>
          <ac:spMkLst>
            <pc:docMk/>
            <pc:sldMk cId="0" sldId="395"/>
            <ac:spMk id="5135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14.575" v="11" actId="114"/>
        <pc:sldMkLst>
          <pc:docMk/>
          <pc:sldMk cId="0" sldId="396"/>
        </pc:sldMkLst>
        <pc:spChg chg="mod">
          <ac:chgData name="Camilo Daleles Rennó" userId="eac9aab033b2f962" providerId="LiveId" clId="{758860F6-D633-4ED7-A9C1-A673B47D37CB}" dt="2025-05-09T13:37:14.575" v="11" actId="114"/>
          <ac:spMkLst>
            <pc:docMk/>
            <pc:sldMk cId="0" sldId="396"/>
            <ac:spMk id="6158" creationId="{00000000-0000-0000-0000-000000000000}"/>
          </ac:spMkLst>
        </pc:spChg>
      </pc:sldChg>
      <pc:sldChg chg="modSp">
        <pc:chgData name="Camilo Daleles Rennó" userId="eac9aab033b2f962" providerId="LiveId" clId="{758860F6-D633-4ED7-A9C1-A673B47D37CB}" dt="2025-05-09T13:35:14.685" v="8" actId="14100"/>
        <pc:sldMkLst>
          <pc:docMk/>
          <pc:sldMk cId="360436200" sldId="421"/>
        </pc:sldMkLst>
        <pc:spChg chg="mod">
          <ac:chgData name="Camilo Daleles Rennó" userId="eac9aab033b2f962" providerId="LiveId" clId="{758860F6-D633-4ED7-A9C1-A673B47D37CB}" dt="2025-05-09T13:35:14.685" v="8" actId="14100"/>
          <ac:spMkLst>
            <pc:docMk/>
            <pc:sldMk cId="360436200" sldId="421"/>
            <ac:spMk id="41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19.266" v="12" actId="114"/>
        <pc:sldMkLst>
          <pc:docMk/>
          <pc:sldMk cId="3530655261" sldId="423"/>
        </pc:sldMkLst>
        <pc:spChg chg="mod">
          <ac:chgData name="Camilo Daleles Rennó" userId="eac9aab033b2f962" providerId="LiveId" clId="{758860F6-D633-4ED7-A9C1-A673B47D37CB}" dt="2025-05-09T13:37:19.266" v="12" actId="114"/>
          <ac:spMkLst>
            <pc:docMk/>
            <pc:sldMk cId="3530655261" sldId="423"/>
            <ac:spMk id="6158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25.040" v="13" actId="114"/>
        <pc:sldMkLst>
          <pc:docMk/>
          <pc:sldMk cId="3858635779" sldId="424"/>
        </pc:sldMkLst>
        <pc:spChg chg="mod">
          <ac:chgData name="Camilo Daleles Rennó" userId="eac9aab033b2f962" providerId="LiveId" clId="{758860F6-D633-4ED7-A9C1-A673B47D37CB}" dt="2025-05-09T13:37:25.040" v="13" actId="114"/>
          <ac:spMkLst>
            <pc:docMk/>
            <pc:sldMk cId="3858635779" sldId="424"/>
            <ac:spMk id="6158" creationId="{00000000-0000-0000-0000-000000000000}"/>
          </ac:spMkLst>
        </pc:spChg>
      </pc:sldChg>
      <pc:sldChg chg="modSp">
        <pc:chgData name="Camilo Daleles Rennó" userId="eac9aab033b2f962" providerId="LiveId" clId="{758860F6-D633-4ED7-A9C1-A673B47D37CB}" dt="2025-05-09T13:40:07.491" v="16" actId="20577"/>
        <pc:sldMkLst>
          <pc:docMk/>
          <pc:sldMk cId="1326527010" sldId="426"/>
        </pc:sldMkLst>
        <pc:spChg chg="mod">
          <ac:chgData name="Camilo Daleles Rennó" userId="eac9aab033b2f962" providerId="LiveId" clId="{758860F6-D633-4ED7-A9C1-A673B47D37CB}" dt="2025-05-09T13:40:07.491" v="16" actId="20577"/>
          <ac:spMkLst>
            <pc:docMk/>
            <pc:sldMk cId="1326527010" sldId="426"/>
            <ac:spMk id="7174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40:17.856" v="19" actId="20577"/>
        <pc:sldMkLst>
          <pc:docMk/>
          <pc:sldMk cId="1521891300" sldId="427"/>
        </pc:sldMkLst>
        <pc:spChg chg="mod">
          <ac:chgData name="Camilo Daleles Rennó" userId="eac9aab033b2f962" providerId="LiveId" clId="{758860F6-D633-4ED7-A9C1-A673B47D37CB}" dt="2025-05-09T13:40:17.856" v="19" actId="20577"/>
          <ac:spMkLst>
            <pc:docMk/>
            <pc:sldMk cId="1521891300" sldId="427"/>
            <ac:spMk id="7174" creationId="{00000000-0000-0000-0000-000000000000}"/>
          </ac:spMkLst>
        </pc:spChg>
      </pc:sldChg>
      <pc:sldChg chg="addSp modSp mod modAnim">
        <pc:chgData name="Camilo Daleles Rennó" userId="eac9aab033b2f962" providerId="LiveId" clId="{758860F6-D633-4ED7-A9C1-A673B47D37CB}" dt="2025-05-09T13:46:42.527" v="38" actId="1076"/>
        <pc:sldMkLst>
          <pc:docMk/>
          <pc:sldMk cId="296862904" sldId="434"/>
        </pc:sldMkLst>
        <pc:graphicFrameChg chg="add mod">
          <ac:chgData name="Camilo Daleles Rennó" userId="eac9aab033b2f962" providerId="LiveId" clId="{758860F6-D633-4ED7-A9C1-A673B47D37CB}" dt="2025-05-09T13:46:42.527" v="38" actId="1076"/>
          <ac:graphicFrameMkLst>
            <pc:docMk/>
            <pc:sldMk cId="296862904" sldId="434"/>
            <ac:graphicFrameMk id="3" creationId="{31873169-546C-0361-FCEF-68CE20FAA8F5}"/>
          </ac:graphicFrameMkLst>
        </pc:graphicFrameChg>
        <pc:graphicFrameChg chg="add mod">
          <ac:chgData name="Camilo Daleles Rennó" userId="eac9aab033b2f962" providerId="LiveId" clId="{758860F6-D633-4ED7-A9C1-A673B47D37CB}" dt="2025-05-09T13:46:42.527" v="38" actId="1076"/>
          <ac:graphicFrameMkLst>
            <pc:docMk/>
            <pc:sldMk cId="296862904" sldId="434"/>
            <ac:graphicFrameMk id="5" creationId="{8A629D27-26B1-966A-56BD-22BBA7D03B6F}"/>
          </ac:graphicFrameMkLst>
        </pc:graphicFrameChg>
      </pc:sldChg>
      <pc:sldChg chg="modSp">
        <pc:chgData name="Camilo Daleles Rennó" userId="eac9aab033b2f962" providerId="LiveId" clId="{758860F6-D633-4ED7-A9C1-A673B47D37CB}" dt="2025-05-20T13:43:21.644" v="1127" actId="207"/>
        <pc:sldMkLst>
          <pc:docMk/>
          <pc:sldMk cId="1736842246" sldId="440"/>
        </pc:sldMkLst>
        <pc:spChg chg="mod">
          <ac:chgData name="Camilo Daleles Rennó" userId="eac9aab033b2f962" providerId="LiveId" clId="{758860F6-D633-4ED7-A9C1-A673B47D37CB}" dt="2025-05-20T13:43:21.644" v="1127" actId="207"/>
          <ac:spMkLst>
            <pc:docMk/>
            <pc:sldMk cId="1736842246" sldId="440"/>
            <ac:spMk id="116776" creationId="{00000000-0000-0000-0000-000000000000}"/>
          </ac:spMkLst>
        </pc:spChg>
      </pc:sldChg>
      <pc:sldChg chg="modSp">
        <pc:chgData name="Camilo Daleles Rennó" userId="eac9aab033b2f962" providerId="LiveId" clId="{758860F6-D633-4ED7-A9C1-A673B47D37CB}" dt="2025-05-20T13:34:18.558" v="1124" actId="20577"/>
        <pc:sldMkLst>
          <pc:docMk/>
          <pc:sldMk cId="377210117" sldId="451"/>
        </pc:sldMkLst>
        <pc:spChg chg="mod">
          <ac:chgData name="Camilo Daleles Rennó" userId="eac9aab033b2f962" providerId="LiveId" clId="{758860F6-D633-4ED7-A9C1-A673B47D37CB}" dt="2025-05-09T15:18:46.095" v="1106"/>
          <ac:spMkLst>
            <pc:docMk/>
            <pc:sldMk cId="377210117" sldId="451"/>
            <ac:spMk id="8" creationId="{975EF850-B58E-8CF5-65D3-3E1FE941B875}"/>
          </ac:spMkLst>
        </pc:spChg>
        <pc:spChg chg="mod">
          <ac:chgData name="Camilo Daleles Rennó" userId="eac9aab033b2f962" providerId="LiveId" clId="{758860F6-D633-4ED7-A9C1-A673B47D37CB}" dt="2025-05-09T15:18:50.006" v="1107"/>
          <ac:spMkLst>
            <pc:docMk/>
            <pc:sldMk cId="377210117" sldId="451"/>
            <ac:spMk id="18" creationId="{AD4E72B1-B31B-824B-EA7C-54A5761B2EE1}"/>
          </ac:spMkLst>
        </pc:spChg>
        <pc:spChg chg="mod">
          <ac:chgData name="Camilo Daleles Rennó" userId="eac9aab033b2f962" providerId="LiveId" clId="{758860F6-D633-4ED7-A9C1-A673B47D37CB}" dt="2025-05-20T13:34:18.558" v="1124" actId="20577"/>
          <ac:spMkLst>
            <pc:docMk/>
            <pc:sldMk cId="377210117" sldId="451"/>
            <ac:spMk id="142357" creationId="{A3AA1248-2533-66DA-0485-C49F75758414}"/>
          </ac:spMkLst>
        </pc:spChg>
      </pc:sldChg>
      <pc:sldChg chg="modSp">
        <pc:chgData name="Camilo Daleles Rennó" userId="eac9aab033b2f962" providerId="LiveId" clId="{758860F6-D633-4ED7-A9C1-A673B47D37CB}" dt="2025-05-20T13:34:28.464" v="1125"/>
        <pc:sldMkLst>
          <pc:docMk/>
          <pc:sldMk cId="3419558432" sldId="452"/>
        </pc:sldMkLst>
        <pc:spChg chg="mod">
          <ac:chgData name="Camilo Daleles Rennó" userId="eac9aab033b2f962" providerId="LiveId" clId="{758860F6-D633-4ED7-A9C1-A673B47D37CB}" dt="2025-05-20T13:34:28.464" v="1125"/>
          <ac:spMkLst>
            <pc:docMk/>
            <pc:sldMk cId="3419558432" sldId="452"/>
            <ac:spMk id="2" creationId="{24C658BB-0476-36AB-3552-A857CBC5DC4E}"/>
          </ac:spMkLst>
        </pc:spChg>
        <pc:spChg chg="mod">
          <ac:chgData name="Camilo Daleles Rennó" userId="eac9aab033b2f962" providerId="LiveId" clId="{758860F6-D633-4ED7-A9C1-A673B47D37CB}" dt="2025-05-20T13:33:15.266" v="1115"/>
          <ac:spMkLst>
            <pc:docMk/>
            <pc:sldMk cId="3419558432" sldId="452"/>
            <ac:spMk id="3" creationId="{0AD9E5DD-1D3E-FC48-22D8-2092B5A67BEB}"/>
          </ac:spMkLst>
        </pc:spChg>
      </pc:sldChg>
      <pc:sldChg chg="modSp">
        <pc:chgData name="Camilo Daleles Rennó" userId="eac9aab033b2f962" providerId="LiveId" clId="{758860F6-D633-4ED7-A9C1-A673B47D37CB}" dt="2025-05-20T13:33:36.488" v="1118" actId="20577"/>
        <pc:sldMkLst>
          <pc:docMk/>
          <pc:sldMk cId="824380173" sldId="453"/>
        </pc:sldMkLst>
        <pc:spChg chg="mod">
          <ac:chgData name="Camilo Daleles Rennó" userId="eac9aab033b2f962" providerId="LiveId" clId="{758860F6-D633-4ED7-A9C1-A673B47D37CB}" dt="2025-05-20T13:33:36.488" v="1118" actId="20577"/>
          <ac:spMkLst>
            <pc:docMk/>
            <pc:sldMk cId="824380173" sldId="453"/>
            <ac:spMk id="2" creationId="{24C658BB-0476-36AB-3552-A857CBC5DC4E}"/>
          </ac:spMkLst>
        </pc:spChg>
        <pc:spChg chg="mod">
          <ac:chgData name="Camilo Daleles Rennó" userId="eac9aab033b2f962" providerId="LiveId" clId="{758860F6-D633-4ED7-A9C1-A673B47D37CB}" dt="2025-05-20T13:33:36.488" v="1118" actId="20577"/>
          <ac:spMkLst>
            <pc:docMk/>
            <pc:sldMk cId="824380173" sldId="453"/>
            <ac:spMk id="9" creationId="{4A8BD02D-148F-D6DC-1250-E8CC34F2C843}"/>
          </ac:spMkLst>
        </pc:spChg>
        <pc:grpChg chg="mod">
          <ac:chgData name="Camilo Daleles Rennó" userId="eac9aab033b2f962" providerId="LiveId" clId="{758860F6-D633-4ED7-A9C1-A673B47D37CB}" dt="2025-05-20T13:33:36.488" v="1118" actId="20577"/>
          <ac:grpSpMkLst>
            <pc:docMk/>
            <pc:sldMk cId="824380173" sldId="453"/>
            <ac:grpSpMk id="11" creationId="{F2A01ED0-2B14-AECE-5342-616A1F8B0F03}"/>
          </ac:grpSpMkLst>
        </pc:grpChg>
      </pc:sldChg>
      <pc:sldChg chg="addSp delSp modSp add mod addAnim delAnim modAnim">
        <pc:chgData name="Camilo Daleles Rennó" userId="eac9aab033b2f962" providerId="LiveId" clId="{758860F6-D633-4ED7-A9C1-A673B47D37CB}" dt="2025-05-09T14:42:55.238" v="760" actId="1037"/>
        <pc:sldMkLst>
          <pc:docMk/>
          <pc:sldMk cId="3523724107" sldId="454"/>
        </pc:sldMkLst>
        <pc:spChg chg="add mod">
          <ac:chgData name="Camilo Daleles Rennó" userId="eac9aab033b2f962" providerId="LiveId" clId="{758860F6-D633-4ED7-A9C1-A673B47D37CB}" dt="2025-05-09T14:42:55.238" v="760" actId="1037"/>
          <ac:spMkLst>
            <pc:docMk/>
            <pc:sldMk cId="3523724107" sldId="454"/>
            <ac:spMk id="10" creationId="{0376C4C9-3251-936C-2238-E3DD9E5B7BBF}"/>
          </ac:spMkLst>
        </pc:spChg>
        <pc:spChg chg="add mod">
          <ac:chgData name="Camilo Daleles Rennó" userId="eac9aab033b2f962" providerId="LiveId" clId="{758860F6-D633-4ED7-A9C1-A673B47D37CB}" dt="2025-05-09T14:20:47.282" v="536" actId="1076"/>
          <ac:spMkLst>
            <pc:docMk/>
            <pc:sldMk cId="3523724107" sldId="454"/>
            <ac:spMk id="11" creationId="{EF98FB42-DAFE-337B-DA3E-7DBB46B8091D}"/>
          </ac:spMkLst>
        </pc:spChg>
        <pc:spChg chg="mod">
          <ac:chgData name="Camilo Daleles Rennó" userId="eac9aab033b2f962" providerId="LiveId" clId="{758860F6-D633-4ED7-A9C1-A673B47D37CB}" dt="2025-05-09T14:23:34.735" v="588" actId="1037"/>
          <ac:spMkLst>
            <pc:docMk/>
            <pc:sldMk cId="3523724107" sldId="454"/>
            <ac:spMk id="14" creationId="{10DC954E-981E-8FF0-C5DC-FEBF401FB7D5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5" creationId="{E3D7B644-AD99-EFA6-1A2B-37F225DDB589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6" creationId="{B08DEDF3-DE38-15E3-0166-E29210D20405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7" creationId="{D3B18F01-EA00-76A1-21F8-A8E68B4B66B5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8" creationId="{FA06D9D5-7FAC-7F59-5D8C-E545D0AC47FE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9" creationId="{74B7A14D-8AA3-1769-9344-45AA9EB0FAA2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0" creationId="{8E50645D-73C8-5C3B-D5E2-B03273F57A86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1" creationId="{CC94A85F-1CB8-1E4E-19EB-D6A85BCA14FB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3" creationId="{50C8AFC9-1EB3-2DEC-0C9B-98A7A2892519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7" creationId="{DD21B579-7756-47CA-B258-005E61E130F7}"/>
          </ac:spMkLst>
        </pc:spChg>
        <pc:spChg chg="mod">
          <ac:chgData name="Camilo Daleles Rennó" userId="eac9aab033b2f962" providerId="LiveId" clId="{758860F6-D633-4ED7-A9C1-A673B47D37CB}" dt="2025-05-09T14:14:24.385" v="410" actId="20577"/>
          <ac:spMkLst>
            <pc:docMk/>
            <pc:sldMk cId="3523724107" sldId="454"/>
            <ac:spMk id="32771" creationId="{77490A04-A66D-B461-A360-E94CA1DD7A43}"/>
          </ac:spMkLst>
        </pc:spChg>
        <pc:spChg chg="mod">
          <ac:chgData name="Camilo Daleles Rennó" userId="eac9aab033b2f962" providerId="LiveId" clId="{758860F6-D633-4ED7-A9C1-A673B47D37CB}" dt="2025-05-09T14:21:25.672" v="543" actId="478"/>
          <ac:spMkLst>
            <pc:docMk/>
            <pc:sldMk cId="3523724107" sldId="454"/>
            <ac:spMk id="32784" creationId="{8B3390CA-2FBA-7913-504D-BE1609894A48}"/>
          </ac:spMkLst>
        </pc:spChg>
        <pc:spChg chg="mod topLvl">
          <ac:chgData name="Camilo Daleles Rennó" userId="eac9aab033b2f962" providerId="LiveId" clId="{758860F6-D633-4ED7-A9C1-A673B47D37CB}" dt="2025-05-09T14:23:16.714" v="570" actId="552"/>
          <ac:spMkLst>
            <pc:docMk/>
            <pc:sldMk cId="3523724107" sldId="454"/>
            <ac:spMk id="32787" creationId="{4C570464-6AD2-8699-BF9A-65220B1A480E}"/>
          </ac:spMkLst>
        </pc:spChg>
        <pc:spChg chg="add del mod topLvl">
          <ac:chgData name="Camilo Daleles Rennó" userId="eac9aab033b2f962" providerId="LiveId" clId="{758860F6-D633-4ED7-A9C1-A673B47D37CB}" dt="2025-05-09T14:23:16.714" v="570" actId="552"/>
          <ac:spMkLst>
            <pc:docMk/>
            <pc:sldMk cId="3523724107" sldId="454"/>
            <ac:spMk id="32789" creationId="{A540CD48-8279-BFF3-573F-5A04B4338060}"/>
          </ac:spMkLst>
        </pc:spChg>
        <pc:spChg chg="mod topLvl">
          <ac:chgData name="Camilo Daleles Rennó" userId="eac9aab033b2f962" providerId="LiveId" clId="{758860F6-D633-4ED7-A9C1-A673B47D37CB}" dt="2025-05-09T14:21:25.672" v="543" actId="478"/>
          <ac:spMkLst>
            <pc:docMk/>
            <pc:sldMk cId="3523724107" sldId="454"/>
            <ac:spMk id="32790" creationId="{118A60E0-6851-DCE4-37D3-9D50BCEF42F1}"/>
          </ac:spMkLst>
        </pc:spChg>
        <pc:spChg chg="mod topLvl">
          <ac:chgData name="Camilo Daleles Rennó" userId="eac9aab033b2f962" providerId="LiveId" clId="{758860F6-D633-4ED7-A9C1-A673B47D37CB}" dt="2025-05-09T14:23:16.714" v="570" actId="552"/>
          <ac:spMkLst>
            <pc:docMk/>
            <pc:sldMk cId="3523724107" sldId="454"/>
            <ac:spMk id="32799" creationId="{3F4701EB-8111-47D3-E21F-1D74B2044EAB}"/>
          </ac:spMkLst>
        </pc:spChg>
        <pc:spChg chg="mod">
          <ac:chgData name="Camilo Daleles Rennó" userId="eac9aab033b2f962" providerId="LiveId" clId="{758860F6-D633-4ED7-A9C1-A673B47D37CB}" dt="2025-05-09T14:06:40.888" v="286" actId="20577"/>
          <ac:spMkLst>
            <pc:docMk/>
            <pc:sldMk cId="3523724107" sldId="454"/>
            <ac:spMk id="126010" creationId="{148F44C1-1AD9-F96B-FC95-A2ECB69DB56F}"/>
          </ac:spMkLst>
        </pc:spChg>
        <pc:spChg chg="mod">
          <ac:chgData name="Camilo Daleles Rennó" userId="eac9aab033b2f962" providerId="LiveId" clId="{758860F6-D633-4ED7-A9C1-A673B47D37CB}" dt="2025-05-09T14:28:36.336" v="654" actId="20577"/>
          <ac:spMkLst>
            <pc:docMk/>
            <pc:sldMk cId="3523724107" sldId="454"/>
            <ac:spMk id="126029" creationId="{A865A627-8212-7807-3AE6-D4DDC7204C4A}"/>
          </ac:spMkLst>
        </pc:spChg>
        <pc:spChg chg="add del mod">
          <ac:chgData name="Camilo Daleles Rennó" userId="eac9aab033b2f962" providerId="LiveId" clId="{758860F6-D633-4ED7-A9C1-A673B47D37CB}" dt="2025-05-09T14:42:55.238" v="760" actId="1037"/>
          <ac:spMkLst>
            <pc:docMk/>
            <pc:sldMk cId="3523724107" sldId="454"/>
            <ac:spMk id="126030" creationId="{9CF4D924-09F4-A83C-20C9-CC2BBDCAD943}"/>
          </ac:spMkLst>
        </pc:spChg>
        <pc:spChg chg="mod">
          <ac:chgData name="Camilo Daleles Rennó" userId="eac9aab033b2f962" providerId="LiveId" clId="{758860F6-D633-4ED7-A9C1-A673B47D37CB}" dt="2025-05-09T14:18:14.866" v="444" actId="6549"/>
          <ac:spMkLst>
            <pc:docMk/>
            <pc:sldMk cId="3523724107" sldId="454"/>
            <ac:spMk id="126033" creationId="{01CE044D-14BA-9D8B-86E7-D07D20381A65}"/>
          </ac:spMkLst>
        </pc:spChg>
        <pc:spChg chg="add mod">
          <ac:chgData name="Camilo Daleles Rennó" userId="eac9aab033b2f962" providerId="LiveId" clId="{758860F6-D633-4ED7-A9C1-A673B47D37CB}" dt="2025-05-09T14:40:48.407" v="737" actId="14100"/>
          <ac:spMkLst>
            <pc:docMk/>
            <pc:sldMk cId="3523724107" sldId="454"/>
            <ac:spMk id="126034" creationId="{FB735D7D-8817-FCD2-144A-DDC6253EE42B}"/>
          </ac:spMkLst>
        </pc:spChg>
        <pc:spChg chg="add mod">
          <ac:chgData name="Camilo Daleles Rennó" userId="eac9aab033b2f962" providerId="LiveId" clId="{758860F6-D633-4ED7-A9C1-A673B47D37CB}" dt="2025-05-09T14:40:51.477" v="738" actId="1038"/>
          <ac:spMkLst>
            <pc:docMk/>
            <pc:sldMk cId="3523724107" sldId="454"/>
            <ac:spMk id="126035" creationId="{BB01583A-B6FC-334B-009F-E40ECE94F6DB}"/>
          </ac:spMkLst>
        </pc:spChg>
        <pc:spChg chg="mod">
          <ac:chgData name="Camilo Daleles Rennó" userId="eac9aab033b2f962" providerId="LiveId" clId="{758860F6-D633-4ED7-A9C1-A673B47D37CB}" dt="2025-05-09T14:25:08.275" v="597" actId="14100"/>
          <ac:spMkLst>
            <pc:docMk/>
            <pc:sldMk cId="3523724107" sldId="454"/>
            <ac:spMk id="126036" creationId="{0787BBE6-C247-37CA-15AC-7B422D7D7B65}"/>
          </ac:spMkLst>
        </pc:spChg>
        <pc:spChg chg="mod">
          <ac:chgData name="Camilo Daleles Rennó" userId="eac9aab033b2f962" providerId="LiveId" clId="{758860F6-D633-4ED7-A9C1-A673B47D37CB}" dt="2025-05-09T14:16:04.264" v="417" actId="12789"/>
          <ac:spMkLst>
            <pc:docMk/>
            <pc:sldMk cId="3523724107" sldId="454"/>
            <ac:spMk id="126037" creationId="{76CC96ED-78E4-FD2E-BE94-3EC01DEC8F91}"/>
          </ac:spMkLst>
        </pc:spChg>
      </pc:sldChg>
      <pc:sldChg chg="addSp delSp modSp add mod delAnim modAnim">
        <pc:chgData name="Camilo Daleles Rennó" userId="eac9aab033b2f962" providerId="LiveId" clId="{758860F6-D633-4ED7-A9C1-A673B47D37CB}" dt="2025-05-09T14:43:30.288" v="769" actId="14100"/>
        <pc:sldMkLst>
          <pc:docMk/>
          <pc:sldMk cId="3922564489" sldId="455"/>
        </pc:sldMkLst>
        <pc:spChg chg="add mod">
          <ac:chgData name="Camilo Daleles Rennó" userId="eac9aab033b2f962" providerId="LiveId" clId="{758860F6-D633-4ED7-A9C1-A673B47D37CB}" dt="2025-05-09T14:30:30.065" v="656"/>
          <ac:spMkLst>
            <pc:docMk/>
            <pc:sldMk cId="3922564489" sldId="455"/>
            <ac:spMk id="3" creationId="{7DB961AE-D884-308B-0391-90BCFE8A87E6}"/>
          </ac:spMkLst>
        </pc:spChg>
        <pc:spChg chg="add mod">
          <ac:chgData name="Camilo Daleles Rennó" userId="eac9aab033b2f962" providerId="LiveId" clId="{758860F6-D633-4ED7-A9C1-A673B47D37CB}" dt="2025-05-09T14:30:30.065" v="656"/>
          <ac:spMkLst>
            <pc:docMk/>
            <pc:sldMk cId="3922564489" sldId="455"/>
            <ac:spMk id="4" creationId="{F1FBCBCE-F7D5-5D29-DB72-7CF99118CB75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6" creationId="{9C5916C2-3AB0-2074-5F1E-CA13553B7F89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7" creationId="{11DE02CB-C613-FD2C-7AC0-569131BE83ED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8" creationId="{ED3D1682-196E-61F1-6DDD-F5627C1BDF6D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9" creationId="{856B81E4-8077-DD64-E5FB-2CC5E130A91D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10" creationId="{41A237A4-C584-CDB2-2519-0ECD6A4CB891}"/>
          </ac:spMkLst>
        </pc:spChg>
        <pc:spChg chg="mod">
          <ac:chgData name="Camilo Daleles Rennó" userId="eac9aab033b2f962" providerId="LiveId" clId="{758860F6-D633-4ED7-A9C1-A673B47D37CB}" dt="2025-05-09T14:31:29.608" v="661" actId="20577"/>
          <ac:spMkLst>
            <pc:docMk/>
            <pc:sldMk cId="3922564489" sldId="455"/>
            <ac:spMk id="11" creationId="{AE851B46-8D64-DAD9-5E39-577C12698766}"/>
          </ac:spMkLst>
        </pc:spChg>
        <pc:spChg chg="mod topLvl">
          <ac:chgData name="Camilo Daleles Rennó" userId="eac9aab033b2f962" providerId="LiveId" clId="{758860F6-D633-4ED7-A9C1-A673B47D37CB}" dt="2025-05-09T14:32:23.439" v="668" actId="12789"/>
          <ac:spMkLst>
            <pc:docMk/>
            <pc:sldMk cId="3922564489" sldId="455"/>
            <ac:spMk id="13" creationId="{EBA743E7-FF53-0D0C-A174-915EF976521E}"/>
          </ac:spMkLst>
        </pc:spChg>
        <pc:spChg chg="mod topLvl">
          <ac:chgData name="Camilo Daleles Rennó" userId="eac9aab033b2f962" providerId="LiveId" clId="{758860F6-D633-4ED7-A9C1-A673B47D37CB}" dt="2025-05-09T14:32:56.187" v="672" actId="554"/>
          <ac:spMkLst>
            <pc:docMk/>
            <pc:sldMk cId="3922564489" sldId="455"/>
            <ac:spMk id="14" creationId="{17954552-1F94-D792-5E87-4CD7B3EA788C}"/>
          </ac:spMkLst>
        </pc:spChg>
        <pc:spChg chg="mod topLvl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15" creationId="{2E04D85A-9FCF-5F44-2B03-AA054B862282}"/>
          </ac:spMkLst>
        </pc:spChg>
        <pc:spChg chg="mod topLvl">
          <ac:chgData name="Camilo Daleles Rennó" userId="eac9aab033b2f962" providerId="LiveId" clId="{758860F6-D633-4ED7-A9C1-A673B47D37CB}" dt="2025-05-09T14:32:23.439" v="668" actId="12789"/>
          <ac:spMkLst>
            <pc:docMk/>
            <pc:sldMk cId="3922564489" sldId="455"/>
            <ac:spMk id="16" creationId="{B548F203-EA1C-BE7F-4885-32B61F6D1A1D}"/>
          </ac:spMkLst>
        </pc:spChg>
        <pc:spChg chg="mod topLvl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17" creationId="{A732A15F-7A20-28F9-84D0-E8A6DC3E6512}"/>
          </ac:spMkLst>
        </pc:spChg>
        <pc:spChg chg="mod topLvl">
          <ac:chgData name="Camilo Daleles Rennó" userId="eac9aab033b2f962" providerId="LiveId" clId="{758860F6-D633-4ED7-A9C1-A673B47D37CB}" dt="2025-05-09T14:32:23.439" v="668" actId="12789"/>
          <ac:spMkLst>
            <pc:docMk/>
            <pc:sldMk cId="3922564489" sldId="455"/>
            <ac:spMk id="18" creationId="{FEB07C1A-0766-42D1-D364-8BE74DA37317}"/>
          </ac:spMkLst>
        </pc:spChg>
        <pc:spChg chg="mod topLvl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19" creationId="{231B2BBA-6E1B-3AE0-81FB-96AEF2536283}"/>
          </ac:spMkLst>
        </pc:spChg>
        <pc:spChg chg="mod topLvl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20" creationId="{8F55B89E-E4E1-C931-3D29-A168FF0860CE}"/>
          </ac:spMkLst>
        </pc:spChg>
        <pc:spChg chg="mod topLvl">
          <ac:chgData name="Camilo Daleles Rennó" userId="eac9aab033b2f962" providerId="LiveId" clId="{758860F6-D633-4ED7-A9C1-A673B47D37CB}" dt="2025-05-09T14:32:56.187" v="672" actId="554"/>
          <ac:spMkLst>
            <pc:docMk/>
            <pc:sldMk cId="3922564489" sldId="455"/>
            <ac:spMk id="22" creationId="{77EE0BDA-AC3B-8995-113E-0888DEA00A93}"/>
          </ac:spMkLst>
        </pc:spChg>
        <pc:spChg chg="add 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25" creationId="{FB5026F5-16D8-EE4A-32B0-A5D827343514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26" creationId="{46A97F9B-C94F-56CC-498D-B9B6FFE90CFE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27" creationId="{8FAF2833-0FDF-4F31-73FB-B869D19A7AF4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28" creationId="{2204DC0F-B134-0114-87A8-344981E218E5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29" creationId="{6B912594-B71C-4B64-8055-846E2C15556F}"/>
          </ac:spMkLst>
        </pc:spChg>
        <pc:spChg chg="add mod">
          <ac:chgData name="Camilo Daleles Rennó" userId="eac9aab033b2f962" providerId="LiveId" clId="{758860F6-D633-4ED7-A9C1-A673B47D37CB}" dt="2025-05-09T14:32:56.187" v="672" actId="554"/>
          <ac:spMkLst>
            <pc:docMk/>
            <pc:sldMk cId="3922564489" sldId="455"/>
            <ac:spMk id="30" creationId="{438A8FCC-A1F6-AEE2-20EF-81E14214C0C5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31" creationId="{455D3760-B046-6AFD-EB08-120EF8407E16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32" creationId="{9092B995-920F-1631-AF17-B43438D86B36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34" creationId="{E0A5DFD5-C6C8-B686-8AB3-B79C099DE3C4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37" creationId="{1FBB71CE-B2E2-9F9F-6ED2-97129F23C241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38" creationId="{AF33B6C9-F07A-07C5-0BA6-4AB29E5C229E}"/>
          </ac:spMkLst>
        </pc:spChg>
        <pc:spChg chg="add 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39" creationId="{4A148D0E-2BE0-D986-B3CD-8FE194CA81ED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40" creationId="{60A87C38-B00B-F1CB-7339-7B2FF8D5B324}"/>
          </ac:spMkLst>
        </pc:spChg>
        <pc:spChg chg="add 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41" creationId="{A9A823F4-BDBF-5F31-709A-A471E7DEB1D7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42" creationId="{4CB64114-FE95-C1F0-8535-E0EC4564E794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43" creationId="{F4032FF1-456D-128C-0624-57FB85EECD13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46" creationId="{9E6D246F-54A1-57EF-F889-3CE85C05F42F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50" creationId="{BF7FADED-96AA-8967-11E9-1C351E153C1C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52" creationId="{5B80966F-741D-CC67-4DE9-B4912E2AF99A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53" creationId="{019F483F-384D-55FA-71AD-824CFFF18D36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57" creationId="{9BF68A3E-CB20-4F19-B101-10746AC283A1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58" creationId="{781211B5-0061-D617-0F18-720736DE4C00}"/>
          </ac:spMkLst>
        </pc:spChg>
        <pc:spChg chg="add mod">
          <ac:chgData name="Camilo Daleles Rennó" userId="eac9aab033b2f962" providerId="LiveId" clId="{758860F6-D633-4ED7-A9C1-A673B47D37CB}" dt="2025-05-09T14:37:24.885" v="706" actId="20577"/>
          <ac:spMkLst>
            <pc:docMk/>
            <pc:sldMk cId="3922564489" sldId="455"/>
            <ac:spMk id="62" creationId="{EC3EE6C5-D7B1-19AC-10FD-0AFE3B1264A8}"/>
          </ac:spMkLst>
        </pc:spChg>
        <pc:spChg chg="add mod">
          <ac:chgData name="Camilo Daleles Rennó" userId="eac9aab033b2f962" providerId="LiveId" clId="{758860F6-D633-4ED7-A9C1-A673B47D37CB}" dt="2025-05-09T14:37:45.368" v="708"/>
          <ac:spMkLst>
            <pc:docMk/>
            <pc:sldMk cId="3922564489" sldId="455"/>
            <ac:spMk id="126976" creationId="{F79F7637-ECA3-031E-513A-690CF3513CA5}"/>
          </ac:spMkLst>
        </pc:spChg>
        <pc:spChg chg="add mod">
          <ac:chgData name="Camilo Daleles Rennó" userId="eac9aab033b2f962" providerId="LiveId" clId="{758860F6-D633-4ED7-A9C1-A673B47D37CB}" dt="2025-05-09T14:38:03.320" v="718" actId="20577"/>
          <ac:spMkLst>
            <pc:docMk/>
            <pc:sldMk cId="3922564489" sldId="455"/>
            <ac:spMk id="126977" creationId="{13A76487-1301-962D-A9AC-8E02328A0251}"/>
          </ac:spMkLst>
        </pc:spChg>
        <pc:spChg chg="add mod">
          <ac:chgData name="Camilo Daleles Rennó" userId="eac9aab033b2f962" providerId="LiveId" clId="{758860F6-D633-4ED7-A9C1-A673B47D37CB}" dt="2025-05-09T14:37:45.368" v="708"/>
          <ac:spMkLst>
            <pc:docMk/>
            <pc:sldMk cId="3922564489" sldId="455"/>
            <ac:spMk id="126979" creationId="{554E2DE6-10D4-AB6F-4E66-0385B66CE60A}"/>
          </ac:spMkLst>
        </pc:spChg>
        <pc:spChg chg="add mod">
          <ac:chgData name="Camilo Daleles Rennó" userId="eac9aab033b2f962" providerId="LiveId" clId="{758860F6-D633-4ED7-A9C1-A673B47D37CB}" dt="2025-05-09T14:43:30.288" v="769" actId="14100"/>
          <ac:spMkLst>
            <pc:docMk/>
            <pc:sldMk cId="3922564489" sldId="455"/>
            <ac:spMk id="126980" creationId="{AB3F82A6-F35E-5785-EED0-18B4EEB9334E}"/>
          </ac:spMkLst>
        </pc:spChg>
        <pc:grpChg chg="mod">
          <ac:chgData name="Camilo Daleles Rennó" userId="eac9aab033b2f962" providerId="LiveId" clId="{758860F6-D633-4ED7-A9C1-A673B47D37CB}" dt="2025-05-09T14:35:17.932" v="688" actId="164"/>
          <ac:grpSpMkLst>
            <pc:docMk/>
            <pc:sldMk cId="3922564489" sldId="455"/>
            <ac:grpSpMk id="59" creationId="{18E642E8-C15F-A256-70AC-8B71EA02803A}"/>
          </ac:grpSpMkLst>
        </pc:grpChg>
        <pc:grpChg chg="add mod">
          <ac:chgData name="Camilo Daleles Rennó" userId="eac9aab033b2f962" providerId="LiveId" clId="{758860F6-D633-4ED7-A9C1-A673B47D37CB}" dt="2025-05-09T14:35:17.932" v="688" actId="164"/>
          <ac:grpSpMkLst>
            <pc:docMk/>
            <pc:sldMk cId="3922564489" sldId="455"/>
            <ac:grpSpMk id="60" creationId="{D19B78C6-4F99-5147-E82F-46E7E14B8653}"/>
          </ac:grpSpMkLst>
        </pc:grpChg>
      </pc:sldChg>
      <pc:sldChg chg="addSp delSp modSp add mod delAnim modAnim">
        <pc:chgData name="Camilo Daleles Rennó" userId="eac9aab033b2f962" providerId="LiveId" clId="{758860F6-D633-4ED7-A9C1-A673B47D37CB}" dt="2025-05-09T14:47:26.376" v="818" actId="1037"/>
        <pc:sldMkLst>
          <pc:docMk/>
          <pc:sldMk cId="280668196" sldId="456"/>
        </pc:sldMkLst>
        <pc:spChg chg="add mod">
          <ac:chgData name="Camilo Daleles Rennó" userId="eac9aab033b2f962" providerId="LiveId" clId="{758860F6-D633-4ED7-A9C1-A673B47D37CB}" dt="2025-05-09T14:38:32.619" v="720"/>
          <ac:spMkLst>
            <pc:docMk/>
            <pc:sldMk cId="280668196" sldId="456"/>
            <ac:spMk id="4" creationId="{989D9C8B-1AEB-D2B4-F6CE-EC745BA4120C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3" creationId="{9461801C-BD02-B7C7-75CC-A70F9590EE8D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4" creationId="{91BF3BE2-8358-1E28-2811-CB0E5208A6A2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5" creationId="{A6CB1377-ACB1-5895-7EB1-8376DAC42F1D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6" creationId="{6B772CA1-BFF5-5B49-69E3-CCAE61650F98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7" creationId="{6988F29F-5CDA-A107-2E5F-710CE6001046}"/>
          </ac:spMkLst>
        </pc:spChg>
        <pc:spChg chg="add mod">
          <ac:chgData name="Camilo Daleles Rennó" userId="eac9aab033b2f962" providerId="LiveId" clId="{758860F6-D633-4ED7-A9C1-A673B47D37CB}" dt="2025-05-09T14:45:19.327" v="787" actId="114"/>
          <ac:spMkLst>
            <pc:docMk/>
            <pc:sldMk cId="280668196" sldId="456"/>
            <ac:spMk id="58" creationId="{30E503BC-F4DA-ED0D-0347-E693309CEECD}"/>
          </ac:spMkLst>
        </pc:spChg>
        <pc:spChg chg="add mod">
          <ac:chgData name="Camilo Daleles Rennó" userId="eac9aab033b2f962" providerId="LiveId" clId="{758860F6-D633-4ED7-A9C1-A673B47D37CB}" dt="2025-05-09T14:46:00.566" v="806" actId="1036"/>
          <ac:spMkLst>
            <pc:docMk/>
            <pc:sldMk cId="280668196" sldId="456"/>
            <ac:spMk id="128008" creationId="{E0F3512E-2619-3372-5BF5-AA4A38D16ECE}"/>
          </ac:spMkLst>
        </pc:spChg>
        <pc:spChg chg="add mod">
          <ac:chgData name="Camilo Daleles Rennó" userId="eac9aab033b2f962" providerId="LiveId" clId="{758860F6-D633-4ED7-A9C1-A673B47D37CB}" dt="2025-05-09T14:45:40.952" v="796" actId="1036"/>
          <ac:spMkLst>
            <pc:docMk/>
            <pc:sldMk cId="280668196" sldId="456"/>
            <ac:spMk id="128042" creationId="{A206737A-3DAD-23AF-7D24-5AFC4F4A7B7E}"/>
          </ac:spMkLst>
        </pc:spChg>
        <pc:spChg chg="add mod">
          <ac:chgData name="Camilo Daleles Rennó" userId="eac9aab033b2f962" providerId="LiveId" clId="{758860F6-D633-4ED7-A9C1-A673B47D37CB}" dt="2025-05-09T14:47:26.376" v="818" actId="1037"/>
          <ac:spMkLst>
            <pc:docMk/>
            <pc:sldMk cId="280668196" sldId="456"/>
            <ac:spMk id="128043" creationId="{778F74DA-FAAB-9B96-4E1D-7E2B913445F0}"/>
          </ac:spMkLst>
        </pc:spChg>
        <pc:grpChg chg="add mod">
          <ac:chgData name="Camilo Daleles Rennó" userId="eac9aab033b2f962" providerId="LiveId" clId="{758860F6-D633-4ED7-A9C1-A673B47D37CB}" dt="2025-05-09T14:39:30.342" v="732"/>
          <ac:grpSpMkLst>
            <pc:docMk/>
            <pc:sldMk cId="280668196" sldId="456"/>
            <ac:grpSpMk id="52" creationId="{6417C111-6EE2-633A-9972-312ECED62DDF}"/>
          </ac:grpSpMkLst>
        </pc:grpChg>
      </pc:sldChg>
      <pc:sldChg chg="addSp delSp modSp add del mod modAnim">
        <pc:chgData name="Camilo Daleles Rennó" userId="eac9aab033b2f962" providerId="LiveId" clId="{758860F6-D633-4ED7-A9C1-A673B47D37CB}" dt="2025-05-09T15:15:20.906" v="1101" actId="47"/>
        <pc:sldMkLst>
          <pc:docMk/>
          <pc:sldMk cId="1682367318" sldId="457"/>
        </pc:sldMkLst>
      </pc:sldChg>
      <pc:sldChg chg="addSp delSp modSp add mod delAnim modAnim">
        <pc:chgData name="Camilo Daleles Rennó" userId="eac9aab033b2f962" providerId="LiveId" clId="{758860F6-D633-4ED7-A9C1-A673B47D37CB}" dt="2025-05-21T12:46:46.177" v="2643" actId="1037"/>
        <pc:sldMkLst>
          <pc:docMk/>
          <pc:sldMk cId="1956126055" sldId="457"/>
        </pc:sldMkLst>
        <pc:spChg chg="mod">
          <ac:chgData name="Camilo Daleles Rennó" userId="eac9aab033b2f962" providerId="LiveId" clId="{758860F6-D633-4ED7-A9C1-A673B47D37CB}" dt="2025-05-21T12:45:47.548" v="2639" actId="1035"/>
          <ac:spMkLst>
            <pc:docMk/>
            <pc:sldMk cId="1956126055" sldId="457"/>
            <ac:spMk id="21" creationId="{C4965024-2A73-6608-820A-6E9D3A9A8689}"/>
          </ac:spMkLst>
        </pc:spChg>
        <pc:spChg chg="add mod">
          <ac:chgData name="Camilo Daleles Rennó" userId="eac9aab033b2f962" providerId="LiveId" clId="{758860F6-D633-4ED7-A9C1-A673B47D37CB}" dt="2025-05-21T12:45:47.548" v="2639" actId="1035"/>
          <ac:spMkLst>
            <pc:docMk/>
            <pc:sldMk cId="1956126055" sldId="457"/>
            <ac:spMk id="31" creationId="{A3A45AEE-93C5-B2E8-4C5C-6FEBC636AB09}"/>
          </ac:spMkLst>
        </pc:spChg>
        <pc:spChg chg="mod">
          <ac:chgData name="Camilo Daleles Rennó" userId="eac9aab033b2f962" providerId="LiveId" clId="{758860F6-D633-4ED7-A9C1-A673B47D37CB}" dt="2025-05-21T12:45:13.133" v="2631" actId="114"/>
          <ac:spMkLst>
            <pc:docMk/>
            <pc:sldMk cId="1956126055" sldId="457"/>
            <ac:spMk id="38" creationId="{17BD2976-0FF1-FB9F-9EAD-38E47D0666DD}"/>
          </ac:spMkLst>
        </pc:spChg>
        <pc:spChg chg="add mod">
          <ac:chgData name="Camilo Daleles Rennó" userId="eac9aab033b2f962" providerId="LiveId" clId="{758860F6-D633-4ED7-A9C1-A673B47D37CB}" dt="2025-05-21T12:45:53.851" v="2642" actId="1036"/>
          <ac:spMkLst>
            <pc:docMk/>
            <pc:sldMk cId="1956126055" sldId="457"/>
            <ac:spMk id="39" creationId="{A5DFE8A7-F47A-E982-0C38-2B27BD0B89D8}"/>
          </ac:spMkLst>
        </pc:spChg>
        <pc:spChg chg="add mod">
          <ac:chgData name="Camilo Daleles Rennó" userId="eac9aab033b2f962" providerId="LiveId" clId="{758860F6-D633-4ED7-A9C1-A673B47D37CB}" dt="2025-05-20T14:34:06.788" v="2528" actId="114"/>
          <ac:spMkLst>
            <pc:docMk/>
            <pc:sldMk cId="1956126055" sldId="457"/>
            <ac:spMk id="40" creationId="{E8A0B0C2-792B-C768-5254-D7AFB00CC34B}"/>
          </ac:spMkLst>
        </pc:spChg>
        <pc:spChg chg="add mod">
          <ac:chgData name="Camilo Daleles Rennó" userId="eac9aab033b2f962" providerId="LiveId" clId="{758860F6-D633-4ED7-A9C1-A673B47D37CB}" dt="2025-05-21T12:46:46.177" v="2643" actId="1037"/>
          <ac:spMkLst>
            <pc:docMk/>
            <pc:sldMk cId="1956126055" sldId="457"/>
            <ac:spMk id="46" creationId="{ED7C6170-3E3A-E035-58ED-1F09E5FFF05C}"/>
          </ac:spMkLst>
        </pc:spChg>
        <pc:spChg chg="add mod">
          <ac:chgData name="Camilo Daleles Rennó" userId="eac9aab033b2f962" providerId="LiveId" clId="{758860F6-D633-4ED7-A9C1-A673B47D37CB}" dt="2025-05-21T12:45:38.800" v="2634" actId="1035"/>
          <ac:spMkLst>
            <pc:docMk/>
            <pc:sldMk cId="1956126055" sldId="457"/>
            <ac:spMk id="48" creationId="{89CCCC1C-69C4-7526-81F4-BA1A5575FFB2}"/>
          </ac:spMkLst>
        </pc:spChg>
        <pc:spChg chg="mod">
          <ac:chgData name="Camilo Daleles Rennó" userId="eac9aab033b2f962" providerId="LiveId" clId="{758860F6-D633-4ED7-A9C1-A673B47D37CB}" dt="2025-05-21T12:38:22.089" v="2572" actId="114"/>
          <ac:spMkLst>
            <pc:docMk/>
            <pc:sldMk cId="1956126055" sldId="457"/>
            <ac:spMk id="142338" creationId="{39B30500-0693-B60D-A538-0C348B7E3BB0}"/>
          </ac:spMkLst>
        </pc:spChg>
        <pc:grpChg chg="add mod">
          <ac:chgData name="Camilo Daleles Rennó" userId="eac9aab033b2f962" providerId="LiveId" clId="{758860F6-D633-4ED7-A9C1-A673B47D37CB}" dt="2025-05-21T12:45:47.548" v="2639" actId="1035"/>
          <ac:grpSpMkLst>
            <pc:docMk/>
            <pc:sldMk cId="1956126055" sldId="457"/>
            <ac:grpSpMk id="7" creationId="{68F38237-6BA3-F2F9-B821-EE90F4EE4E12}"/>
          </ac:grpSpMkLst>
        </pc:grpChg>
        <pc:grpChg chg="add mod">
          <ac:chgData name="Camilo Daleles Rennó" userId="eac9aab033b2f962" providerId="LiveId" clId="{758860F6-D633-4ED7-A9C1-A673B47D37CB}" dt="2025-05-20T15:13:27.234" v="2570" actId="164"/>
          <ac:grpSpMkLst>
            <pc:docMk/>
            <pc:sldMk cId="1956126055" sldId="457"/>
            <ac:grpSpMk id="49" creationId="{1D6337B5-EE0D-7556-84E9-A13B25E1AA01}"/>
          </ac:grpSpMkLst>
        </pc:grpChg>
        <pc:picChg chg="add mod modCrop">
          <ac:chgData name="Camilo Daleles Rennó" userId="eac9aab033b2f962" providerId="LiveId" clId="{758860F6-D633-4ED7-A9C1-A673B47D37CB}" dt="2025-05-21T12:45:38.800" v="2634" actId="1035"/>
          <ac:picMkLst>
            <pc:docMk/>
            <pc:sldMk cId="1956126055" sldId="457"/>
            <ac:picMk id="42" creationId="{EC89E697-DB92-7E01-2C6B-CD000CB1C1CD}"/>
          </ac:picMkLst>
        </pc:picChg>
      </pc:sldChg>
      <pc:sldChg chg="addSp delSp modSp add del mod modAnim">
        <pc:chgData name="Camilo Daleles Rennó" userId="eac9aab033b2f962" providerId="LiveId" clId="{758860F6-D633-4ED7-A9C1-A673B47D37CB}" dt="2025-05-20T13:47:18.243" v="1180" actId="2696"/>
        <pc:sldMkLst>
          <pc:docMk/>
          <pc:sldMk cId="3155573735" sldId="457"/>
        </pc:sldMkLst>
      </pc:sldChg>
    </pc:docChg>
  </pc:docChgLst>
  <pc:docChgLst>
    <pc:chgData name="Camilo Daleles Rennó" userId="eac9aab033b2f962" providerId="LiveId" clId="{09CEDC10-9987-47E3-B1EB-7FB90B33D1E9}"/>
    <pc:docChg chg="modSld">
      <pc:chgData name="Camilo Daleles Rennó" userId="eac9aab033b2f962" providerId="LiveId" clId="{09CEDC10-9987-47E3-B1EB-7FB90B33D1E9}" dt="2025-06-16T23:50:50.086" v="1" actId="20577"/>
      <pc:docMkLst>
        <pc:docMk/>
      </pc:docMkLst>
      <pc:sldChg chg="modSp">
        <pc:chgData name="Camilo Daleles Rennó" userId="eac9aab033b2f962" providerId="LiveId" clId="{09CEDC10-9987-47E3-B1EB-7FB90B33D1E9}" dt="2025-06-16T23:50:50.086" v="1" actId="20577"/>
        <pc:sldMkLst>
          <pc:docMk/>
          <pc:sldMk cId="3858635779" sldId="424"/>
        </pc:sldMkLst>
        <pc:spChg chg="mod">
          <ac:chgData name="Camilo Daleles Rennó" userId="eac9aab033b2f962" providerId="LiveId" clId="{09CEDC10-9987-47E3-B1EB-7FB90B33D1E9}" dt="2025-06-16T23:50:50.086" v="1" actId="20577"/>
          <ac:spMkLst>
            <pc:docMk/>
            <pc:sldMk cId="3858635779" sldId="424"/>
            <ac:spMk id="33" creationId="{00000000-0000-0000-0000-000000000000}"/>
          </ac:spMkLst>
        </pc:spChg>
      </pc:sldChg>
    </pc:docChg>
  </pc:docChgLst>
  <pc:docChgLst>
    <pc:chgData name="Camilo Daleles Rennó" userId="eac9aab033b2f962" providerId="LiveId" clId="{472C48F1-6EAB-4DB8-AAB7-9D1237C76762}"/>
    <pc:docChg chg="modSld">
      <pc:chgData name="Camilo Daleles Rennó" userId="eac9aab033b2f962" providerId="LiveId" clId="{472C48F1-6EAB-4DB8-AAB7-9D1237C76762}" dt="2025-06-09T13:07:17.208" v="11" actId="20577"/>
      <pc:docMkLst>
        <pc:docMk/>
      </pc:docMkLst>
      <pc:sldChg chg="modSp mod">
        <pc:chgData name="Camilo Daleles Rennó" userId="eac9aab033b2f962" providerId="LiveId" clId="{472C48F1-6EAB-4DB8-AAB7-9D1237C76762}" dt="2025-06-09T13:07:17.208" v="11" actId="20577"/>
        <pc:sldMkLst>
          <pc:docMk/>
          <pc:sldMk cId="0" sldId="380"/>
        </pc:sldMkLst>
        <pc:spChg chg="mod">
          <ac:chgData name="Camilo Daleles Rennó" userId="eac9aab033b2f962" providerId="LiveId" clId="{472C48F1-6EAB-4DB8-AAB7-9D1237C76762}" dt="2025-06-09T13:07:17.208" v="11" actId="20577"/>
          <ac:spMkLst>
            <pc:docMk/>
            <pc:sldMk cId="0" sldId="380"/>
            <ac:spMk id="3074" creationId="{00000000-0000-0000-0000-000000000000}"/>
          </ac:spMkLst>
        </pc:spChg>
      </pc:sldChg>
    </pc:docChg>
  </pc:docChgLst>
  <pc:docChgLst>
    <pc:chgData name="Camilo Daleles Rennó" userId="eac9aab033b2f962" providerId="LiveId" clId="{A70BDA54-8CBE-47FD-9409-FAC05A07D413}"/>
    <pc:docChg chg="modSld">
      <pc:chgData name="Camilo Daleles Rennó" userId="eac9aab033b2f962" providerId="LiveId" clId="{A70BDA54-8CBE-47FD-9409-FAC05A07D413}" dt="2024-06-19T15:49:12.649" v="5"/>
      <pc:docMkLst>
        <pc:docMk/>
      </pc:docMkLst>
      <pc:sldChg chg="modSp">
        <pc:chgData name="Camilo Daleles Rennó" userId="eac9aab033b2f962" providerId="LiveId" clId="{A70BDA54-8CBE-47FD-9409-FAC05A07D413}" dt="2024-06-19T15:48:44.748" v="2"/>
        <pc:sldMkLst>
          <pc:docMk/>
          <pc:sldMk cId="377210117" sldId="451"/>
        </pc:sldMkLst>
      </pc:sldChg>
      <pc:sldChg chg="modSp">
        <pc:chgData name="Camilo Daleles Rennó" userId="eac9aab033b2f962" providerId="LiveId" clId="{A70BDA54-8CBE-47FD-9409-FAC05A07D413}" dt="2024-06-19T15:48:59.500" v="3"/>
        <pc:sldMkLst>
          <pc:docMk/>
          <pc:sldMk cId="3419558432" sldId="452"/>
        </pc:sldMkLst>
      </pc:sldChg>
      <pc:sldChg chg="modSp">
        <pc:chgData name="Camilo Daleles Rennó" userId="eac9aab033b2f962" providerId="LiveId" clId="{A70BDA54-8CBE-47FD-9409-FAC05A07D413}" dt="2024-06-19T15:49:12.649" v="5"/>
        <pc:sldMkLst>
          <pc:docMk/>
          <pc:sldMk cId="824380173" sldId="453"/>
        </pc:sldMkLst>
      </pc:sldChg>
    </pc:docChg>
  </pc:docChgLst>
  <pc:docChgLst>
    <pc:chgData name="Camilo Daleles Rennó" userId="eac9aab033b2f962" providerId="LiveId" clId="{87235097-78D3-4F98-B7CB-9FC3380F448D}"/>
    <pc:docChg chg="modSld">
      <pc:chgData name="Camilo Daleles Rennó" userId="eac9aab033b2f962" providerId="LiveId" clId="{87235097-78D3-4F98-B7CB-9FC3380F448D}" dt="2024-06-17T12:10:07.720" v="0" actId="20577"/>
      <pc:docMkLst>
        <pc:docMk/>
      </pc:docMkLst>
      <pc:sldChg chg="modSp">
        <pc:chgData name="Camilo Daleles Rennó" userId="eac9aab033b2f962" providerId="LiveId" clId="{87235097-78D3-4F98-B7CB-9FC3380F448D}" dt="2024-06-17T12:10:07.720" v="0" actId="20577"/>
        <pc:sldMkLst>
          <pc:docMk/>
          <pc:sldMk cId="285637863" sldId="4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91CD54-6FD1-428E-8C76-46C66BF5EA27}" type="datetimeFigureOut">
              <a:rPr lang="pt-BR" smtClean="0"/>
              <a:pPr>
                <a:defRPr/>
              </a:pPr>
              <a:t>16/06/2025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29344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635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73D994-E584-45AC-924B-1AC15BDC439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0028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825A6F-001B-4467-AB54-04FB17A5D7A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043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03C06E-FE5A-456A-823D-6A0772808E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9741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28B8E4-13FE-4E22-8FED-AB16FB115EB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08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7F3295-8293-462E-A52D-362E903442D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36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682102-AC78-4E2F-BD4E-6BFCC046AC5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1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C4E0BA-B7DF-4213-9E6F-65FE1AAE23B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665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B7C2EB-E38F-4AB1-BA39-C44D438556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360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69196-0446-4DE2-BF2A-444CCB62AC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74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51AE68-C23C-4FC4-8851-47A5B39B858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4362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580F4F-D3E5-4B94-90EA-DE8F33B2F00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259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6F03E110-64F6-49A2-B347-A7BA0B0084A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9.wmf"/><Relationship Id="rId18" Type="http://schemas.openxmlformats.org/officeDocument/2006/relationships/oleObject" Target="../embeddings/oleObject9.bin"/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12" Type="http://schemas.openxmlformats.org/officeDocument/2006/relationships/oleObject" Target="../embeddings/oleObject6.bin"/><Relationship Id="rId17" Type="http://schemas.openxmlformats.org/officeDocument/2006/relationships/image" Target="../media/image11.wmf"/><Relationship Id="rId2" Type="http://schemas.openxmlformats.org/officeDocument/2006/relationships/oleObject" Target="../embeddings/oleObject1.bin"/><Relationship Id="rId16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8.wmf"/><Relationship Id="rId5" Type="http://schemas.openxmlformats.org/officeDocument/2006/relationships/image" Target="../media/image5.wmf"/><Relationship Id="rId15" Type="http://schemas.openxmlformats.org/officeDocument/2006/relationships/image" Target="../media/image10.wmf"/><Relationship Id="rId10" Type="http://schemas.openxmlformats.org/officeDocument/2006/relationships/oleObject" Target="../embeddings/oleObject5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wmf"/><Relationship Id="rId14" Type="http://schemas.openxmlformats.org/officeDocument/2006/relationships/oleObject" Target="../embeddings/oleObject7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16.wmf"/><Relationship Id="rId18" Type="http://schemas.openxmlformats.org/officeDocument/2006/relationships/oleObject" Target="../embeddings/oleObject18.bin"/><Relationship Id="rId3" Type="http://schemas.openxmlformats.org/officeDocument/2006/relationships/image" Target="../media/image5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18.wmf"/><Relationship Id="rId2" Type="http://schemas.openxmlformats.org/officeDocument/2006/relationships/oleObject" Target="../embeddings/oleObject10.bin"/><Relationship Id="rId16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15.wmf"/><Relationship Id="rId5" Type="http://schemas.openxmlformats.org/officeDocument/2006/relationships/image" Target="../media/image13.wmf"/><Relationship Id="rId15" Type="http://schemas.openxmlformats.org/officeDocument/2006/relationships/image" Target="../media/image17.wmf"/><Relationship Id="rId10" Type="http://schemas.openxmlformats.org/officeDocument/2006/relationships/oleObject" Target="../embeddings/oleObject14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6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13" Type="http://schemas.openxmlformats.org/officeDocument/2006/relationships/image" Target="../media/image22.wmf"/><Relationship Id="rId3" Type="http://schemas.openxmlformats.org/officeDocument/2006/relationships/image" Target="../media/image5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4.bin"/><Relationship Id="rId17" Type="http://schemas.openxmlformats.org/officeDocument/2006/relationships/image" Target="../media/image12.wmf"/><Relationship Id="rId2" Type="http://schemas.openxmlformats.org/officeDocument/2006/relationships/oleObject" Target="../embeddings/oleObject19.bin"/><Relationship Id="rId16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21.wmf"/><Relationship Id="rId5" Type="http://schemas.openxmlformats.org/officeDocument/2006/relationships/image" Target="../media/image13.wmf"/><Relationship Id="rId15" Type="http://schemas.openxmlformats.org/officeDocument/2006/relationships/image" Target="../media/image23.wmf"/><Relationship Id="rId10" Type="http://schemas.openxmlformats.org/officeDocument/2006/relationships/oleObject" Target="../embeddings/oleObject23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5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wmf"/><Relationship Id="rId7" Type="http://schemas.openxmlformats.org/officeDocument/2006/relationships/image" Target="../media/image26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9.bin"/><Relationship Id="rId11" Type="http://schemas.openxmlformats.org/officeDocument/2006/relationships/image" Target="../media/image30.png"/><Relationship Id="rId5" Type="http://schemas.openxmlformats.org/officeDocument/2006/relationships/image" Target="../media/image25.wmf"/><Relationship Id="rId10" Type="http://schemas.openxmlformats.org/officeDocument/2006/relationships/image" Target="../media/image29.png"/><Relationship Id="rId4" Type="http://schemas.openxmlformats.org/officeDocument/2006/relationships/oleObject" Target="../embeddings/oleObject28.bin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.bin"/><Relationship Id="rId3" Type="http://schemas.openxmlformats.org/officeDocument/2006/relationships/image" Target="../media/image41.wmf"/><Relationship Id="rId7" Type="http://schemas.openxmlformats.org/officeDocument/2006/relationships/image" Target="../media/image43.w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5" Type="http://schemas.openxmlformats.org/officeDocument/2006/relationships/image" Target="../media/image42.wmf"/><Relationship Id="rId4" Type="http://schemas.openxmlformats.org/officeDocument/2006/relationships/oleObject" Target="../embeddings/oleObject31.bin"/><Relationship Id="rId9" Type="http://schemas.openxmlformats.org/officeDocument/2006/relationships/image" Target="../media/image44.w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0.wmf"/><Relationship Id="rId18" Type="http://schemas.openxmlformats.org/officeDocument/2006/relationships/image" Target="../media/image52.wmf"/><Relationship Id="rId26" Type="http://schemas.openxmlformats.org/officeDocument/2006/relationships/oleObject" Target="../embeddings/oleObject47.bin"/><Relationship Id="rId39" Type="http://schemas.openxmlformats.org/officeDocument/2006/relationships/oleObject" Target="../embeddings/oleObject54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59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51.bin"/><Relationship Id="rId38" Type="http://schemas.openxmlformats.org/officeDocument/2006/relationships/image" Target="../media/image61.wmf"/><Relationship Id="rId2" Type="http://schemas.openxmlformats.org/officeDocument/2006/relationships/oleObject" Target="../embeddings/oleObject34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46.bin"/><Relationship Id="rId32" Type="http://schemas.openxmlformats.org/officeDocument/2006/relationships/oleObject" Target="../embeddings/oleObject50.bin"/><Relationship Id="rId37" Type="http://schemas.openxmlformats.org/officeDocument/2006/relationships/oleObject" Target="../embeddings/oleObject53.bin"/><Relationship Id="rId40" Type="http://schemas.openxmlformats.org/officeDocument/2006/relationships/image" Target="../media/image62.wmf"/><Relationship Id="rId5" Type="http://schemas.openxmlformats.org/officeDocument/2006/relationships/image" Target="../media/image46.wmf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oleObject" Target="../embeddings/oleObject48.bin"/><Relationship Id="rId36" Type="http://schemas.openxmlformats.org/officeDocument/2006/relationships/image" Target="../media/image60.wmf"/><Relationship Id="rId10" Type="http://schemas.openxmlformats.org/officeDocument/2006/relationships/oleObject" Target="../embeddings/oleObject38.bin"/><Relationship Id="rId19" Type="http://schemas.openxmlformats.org/officeDocument/2006/relationships/oleObject" Target="../embeddings/oleObject43.bin"/><Relationship Id="rId31" Type="http://schemas.openxmlformats.org/officeDocument/2006/relationships/image" Target="../media/image58.w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48.wmf"/><Relationship Id="rId14" Type="http://schemas.openxmlformats.org/officeDocument/2006/relationships/oleObject" Target="../embeddings/oleObject40.bin"/><Relationship Id="rId22" Type="http://schemas.openxmlformats.org/officeDocument/2006/relationships/image" Target="../media/image54.wmf"/><Relationship Id="rId27" Type="http://schemas.openxmlformats.org/officeDocument/2006/relationships/image" Target="../media/image56.wmf"/><Relationship Id="rId30" Type="http://schemas.openxmlformats.org/officeDocument/2006/relationships/oleObject" Target="../embeddings/oleObject49.bin"/><Relationship Id="rId35" Type="http://schemas.openxmlformats.org/officeDocument/2006/relationships/oleObject" Target="../embeddings/oleObject52.bin"/><Relationship Id="rId8" Type="http://schemas.openxmlformats.org/officeDocument/2006/relationships/oleObject" Target="../embeddings/oleObject37.bin"/><Relationship Id="rId3" Type="http://schemas.openxmlformats.org/officeDocument/2006/relationships/image" Target="../media/image45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56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5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9.bin"/><Relationship Id="rId5" Type="http://schemas.openxmlformats.org/officeDocument/2006/relationships/image" Target="../media/image65.wmf"/><Relationship Id="rId4" Type="http://schemas.openxmlformats.org/officeDocument/2006/relationships/oleObject" Target="../embeddings/oleObject58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3" Type="http://schemas.openxmlformats.org/officeDocument/2006/relationships/image" Target="../media/image65.wmf"/><Relationship Id="rId7" Type="http://schemas.openxmlformats.org/officeDocument/2006/relationships/image" Target="../media/image67.wmf"/><Relationship Id="rId2" Type="http://schemas.openxmlformats.org/officeDocument/2006/relationships/oleObject" Target="../embeddings/oleObject6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2.bin"/><Relationship Id="rId5" Type="http://schemas.openxmlformats.org/officeDocument/2006/relationships/image" Target="../media/image66.wmf"/><Relationship Id="rId4" Type="http://schemas.openxmlformats.org/officeDocument/2006/relationships/oleObject" Target="../embeddings/oleObject61.bin"/><Relationship Id="rId9" Type="http://schemas.openxmlformats.org/officeDocument/2006/relationships/image" Target="../media/image68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7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69.wmf"/><Relationship Id="rId12" Type="http://schemas.openxmlformats.org/officeDocument/2006/relationships/oleObject" Target="../embeddings/oleObject69.bin"/><Relationship Id="rId2" Type="http://schemas.openxmlformats.org/officeDocument/2006/relationships/oleObject" Target="../embeddings/oleObject6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6.bin"/><Relationship Id="rId11" Type="http://schemas.openxmlformats.org/officeDocument/2006/relationships/image" Target="../media/image71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68.bin"/><Relationship Id="rId4" Type="http://schemas.openxmlformats.org/officeDocument/2006/relationships/oleObject" Target="../embeddings/oleObject65.bin"/><Relationship Id="rId9" Type="http://schemas.openxmlformats.org/officeDocument/2006/relationships/image" Target="../media/image70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3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72.wmf"/><Relationship Id="rId12" Type="http://schemas.openxmlformats.org/officeDocument/2006/relationships/oleObject" Target="../embeddings/oleObject75.bin"/><Relationship Id="rId2" Type="http://schemas.openxmlformats.org/officeDocument/2006/relationships/oleObject" Target="../embeddings/oleObject7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2.bin"/><Relationship Id="rId11" Type="http://schemas.openxmlformats.org/officeDocument/2006/relationships/image" Target="../media/image74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74.bin"/><Relationship Id="rId4" Type="http://schemas.openxmlformats.org/officeDocument/2006/relationships/oleObject" Target="../embeddings/oleObject71.bin"/><Relationship Id="rId9" Type="http://schemas.openxmlformats.org/officeDocument/2006/relationships/image" Target="../media/image73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9.bin"/><Relationship Id="rId13" Type="http://schemas.openxmlformats.org/officeDocument/2006/relationships/image" Target="../media/image80.wmf"/><Relationship Id="rId3" Type="http://schemas.openxmlformats.org/officeDocument/2006/relationships/image" Target="../media/image75.wmf"/><Relationship Id="rId7" Type="http://schemas.openxmlformats.org/officeDocument/2006/relationships/image" Target="../media/image77.wmf"/><Relationship Id="rId12" Type="http://schemas.openxmlformats.org/officeDocument/2006/relationships/oleObject" Target="../embeddings/oleObject81.bin"/><Relationship Id="rId2" Type="http://schemas.openxmlformats.org/officeDocument/2006/relationships/oleObject" Target="../embeddings/oleObject7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8.bin"/><Relationship Id="rId11" Type="http://schemas.openxmlformats.org/officeDocument/2006/relationships/image" Target="../media/image79.wmf"/><Relationship Id="rId5" Type="http://schemas.openxmlformats.org/officeDocument/2006/relationships/image" Target="../media/image76.wmf"/><Relationship Id="rId10" Type="http://schemas.openxmlformats.org/officeDocument/2006/relationships/oleObject" Target="../embeddings/oleObject80.bin"/><Relationship Id="rId4" Type="http://schemas.openxmlformats.org/officeDocument/2006/relationships/oleObject" Target="../embeddings/oleObject77.bin"/><Relationship Id="rId9" Type="http://schemas.openxmlformats.org/officeDocument/2006/relationships/image" Target="../media/image78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wmf"/><Relationship Id="rId3" Type="http://schemas.openxmlformats.org/officeDocument/2006/relationships/image" Target="../media/image82.png"/><Relationship Id="rId7" Type="http://schemas.openxmlformats.org/officeDocument/2006/relationships/oleObject" Target="../embeddings/oleObject83.bin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wmf"/><Relationship Id="rId5" Type="http://schemas.openxmlformats.org/officeDocument/2006/relationships/oleObject" Target="../embeddings/oleObject82.bin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13" Type="http://schemas.openxmlformats.org/officeDocument/2006/relationships/image" Target="../media/image89.wmf"/><Relationship Id="rId18" Type="http://schemas.openxmlformats.org/officeDocument/2006/relationships/oleObject" Target="../embeddings/oleObject92.bin"/><Relationship Id="rId3" Type="http://schemas.openxmlformats.org/officeDocument/2006/relationships/image" Target="../media/image63.wmf"/><Relationship Id="rId21" Type="http://schemas.openxmlformats.org/officeDocument/2006/relationships/image" Target="../media/image93.wmf"/><Relationship Id="rId7" Type="http://schemas.openxmlformats.org/officeDocument/2006/relationships/image" Target="../media/image86.wmf"/><Relationship Id="rId12" Type="http://schemas.openxmlformats.org/officeDocument/2006/relationships/oleObject" Target="../embeddings/oleObject89.bin"/><Relationship Id="rId17" Type="http://schemas.openxmlformats.org/officeDocument/2006/relationships/image" Target="../media/image91.wmf"/><Relationship Id="rId2" Type="http://schemas.openxmlformats.org/officeDocument/2006/relationships/oleObject" Target="../embeddings/oleObject84.bin"/><Relationship Id="rId16" Type="http://schemas.openxmlformats.org/officeDocument/2006/relationships/oleObject" Target="../embeddings/oleObject91.bin"/><Relationship Id="rId20" Type="http://schemas.openxmlformats.org/officeDocument/2006/relationships/oleObject" Target="../embeddings/oleObject9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88.wmf"/><Relationship Id="rId5" Type="http://schemas.openxmlformats.org/officeDocument/2006/relationships/image" Target="../media/image6.wmf"/><Relationship Id="rId15" Type="http://schemas.openxmlformats.org/officeDocument/2006/relationships/image" Target="../media/image90.wmf"/><Relationship Id="rId23" Type="http://schemas.openxmlformats.org/officeDocument/2006/relationships/image" Target="../media/image94.wmf"/><Relationship Id="rId10" Type="http://schemas.openxmlformats.org/officeDocument/2006/relationships/oleObject" Target="../embeddings/oleObject88.bin"/><Relationship Id="rId19" Type="http://schemas.openxmlformats.org/officeDocument/2006/relationships/image" Target="../media/image92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87.wmf"/><Relationship Id="rId14" Type="http://schemas.openxmlformats.org/officeDocument/2006/relationships/oleObject" Target="../embeddings/oleObject90.bin"/><Relationship Id="rId22" Type="http://schemas.openxmlformats.org/officeDocument/2006/relationships/oleObject" Target="../embeddings/oleObject94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8.bin"/><Relationship Id="rId13" Type="http://schemas.openxmlformats.org/officeDocument/2006/relationships/image" Target="../media/image100.wmf"/><Relationship Id="rId3" Type="http://schemas.openxmlformats.org/officeDocument/2006/relationships/image" Target="../media/image95.wmf"/><Relationship Id="rId7" Type="http://schemas.openxmlformats.org/officeDocument/2006/relationships/image" Target="../media/image97.wmf"/><Relationship Id="rId12" Type="http://schemas.openxmlformats.org/officeDocument/2006/relationships/oleObject" Target="../embeddings/oleObject100.bin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7.bin"/><Relationship Id="rId11" Type="http://schemas.openxmlformats.org/officeDocument/2006/relationships/image" Target="../media/image99.wmf"/><Relationship Id="rId5" Type="http://schemas.openxmlformats.org/officeDocument/2006/relationships/image" Target="../media/image96.wmf"/><Relationship Id="rId10" Type="http://schemas.openxmlformats.org/officeDocument/2006/relationships/oleObject" Target="../embeddings/oleObject99.bin"/><Relationship Id="rId4" Type="http://schemas.openxmlformats.org/officeDocument/2006/relationships/oleObject" Target="../embeddings/oleObject96.bin"/><Relationship Id="rId9" Type="http://schemas.openxmlformats.org/officeDocument/2006/relationships/image" Target="../media/image98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5.wmf"/><Relationship Id="rId7" Type="http://schemas.openxmlformats.org/officeDocument/2006/relationships/image" Target="../media/image102.png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96.wmf"/><Relationship Id="rId4" Type="http://schemas.openxmlformats.org/officeDocument/2006/relationships/oleObject" Target="../embeddings/oleObject96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4.bin"/><Relationship Id="rId13" Type="http://schemas.openxmlformats.org/officeDocument/2006/relationships/image" Target="../media/image109.wmf"/><Relationship Id="rId3" Type="http://schemas.openxmlformats.org/officeDocument/2006/relationships/image" Target="../media/image104.wmf"/><Relationship Id="rId7" Type="http://schemas.openxmlformats.org/officeDocument/2006/relationships/image" Target="../media/image106.wmf"/><Relationship Id="rId12" Type="http://schemas.openxmlformats.org/officeDocument/2006/relationships/oleObject" Target="../embeddings/oleObject106.bin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3.bin"/><Relationship Id="rId11" Type="http://schemas.openxmlformats.org/officeDocument/2006/relationships/image" Target="../media/image108.wmf"/><Relationship Id="rId5" Type="http://schemas.openxmlformats.org/officeDocument/2006/relationships/image" Target="../media/image105.wmf"/><Relationship Id="rId10" Type="http://schemas.openxmlformats.org/officeDocument/2006/relationships/oleObject" Target="../embeddings/oleObject105.bin"/><Relationship Id="rId4" Type="http://schemas.openxmlformats.org/officeDocument/2006/relationships/oleObject" Target="../embeddings/oleObject102.bin"/><Relationship Id="rId9" Type="http://schemas.openxmlformats.org/officeDocument/2006/relationships/image" Target="../media/image107.w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wmf"/><Relationship Id="rId18" Type="http://schemas.openxmlformats.org/officeDocument/2006/relationships/oleObject" Target="../embeddings/oleObject115.bin"/><Relationship Id="rId26" Type="http://schemas.openxmlformats.org/officeDocument/2006/relationships/oleObject" Target="../embeddings/oleObject119.bin"/><Relationship Id="rId3" Type="http://schemas.openxmlformats.org/officeDocument/2006/relationships/image" Target="../media/image110.wmf"/><Relationship Id="rId21" Type="http://schemas.openxmlformats.org/officeDocument/2006/relationships/image" Target="../media/image53.wmf"/><Relationship Id="rId7" Type="http://schemas.openxmlformats.org/officeDocument/2006/relationships/image" Target="../media/image112.wmf"/><Relationship Id="rId12" Type="http://schemas.openxmlformats.org/officeDocument/2006/relationships/oleObject" Target="../embeddings/oleObject112.bin"/><Relationship Id="rId17" Type="http://schemas.openxmlformats.org/officeDocument/2006/relationships/image" Target="../media/image114.wmf"/><Relationship Id="rId25" Type="http://schemas.openxmlformats.org/officeDocument/2006/relationships/image" Target="../media/image117.wmf"/><Relationship Id="rId33" Type="http://schemas.openxmlformats.org/officeDocument/2006/relationships/image" Target="../media/image121.wmf"/><Relationship Id="rId2" Type="http://schemas.openxmlformats.org/officeDocument/2006/relationships/oleObject" Target="../embeddings/oleObject107.bin"/><Relationship Id="rId16" Type="http://schemas.openxmlformats.org/officeDocument/2006/relationships/oleObject" Target="../embeddings/oleObject114.bin"/><Relationship Id="rId20" Type="http://schemas.openxmlformats.org/officeDocument/2006/relationships/oleObject" Target="../embeddings/oleObject116.bin"/><Relationship Id="rId29" Type="http://schemas.openxmlformats.org/officeDocument/2006/relationships/image" Target="../media/image11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9.bin"/><Relationship Id="rId11" Type="http://schemas.openxmlformats.org/officeDocument/2006/relationships/image" Target="../media/image113.wmf"/><Relationship Id="rId24" Type="http://schemas.openxmlformats.org/officeDocument/2006/relationships/oleObject" Target="../embeddings/oleObject118.bin"/><Relationship Id="rId32" Type="http://schemas.openxmlformats.org/officeDocument/2006/relationships/oleObject" Target="../embeddings/oleObject122.bin"/><Relationship Id="rId5" Type="http://schemas.openxmlformats.org/officeDocument/2006/relationships/image" Target="../media/image111.wmf"/><Relationship Id="rId15" Type="http://schemas.openxmlformats.org/officeDocument/2006/relationships/image" Target="../media/image49.wmf"/><Relationship Id="rId23" Type="http://schemas.openxmlformats.org/officeDocument/2006/relationships/image" Target="../media/image116.wmf"/><Relationship Id="rId28" Type="http://schemas.openxmlformats.org/officeDocument/2006/relationships/oleObject" Target="../embeddings/oleObject120.bin"/><Relationship Id="rId10" Type="http://schemas.openxmlformats.org/officeDocument/2006/relationships/oleObject" Target="../embeddings/oleObject111.bin"/><Relationship Id="rId19" Type="http://schemas.openxmlformats.org/officeDocument/2006/relationships/image" Target="../media/image115.wmf"/><Relationship Id="rId31" Type="http://schemas.openxmlformats.org/officeDocument/2006/relationships/image" Target="../media/image120.wmf"/><Relationship Id="rId4" Type="http://schemas.openxmlformats.org/officeDocument/2006/relationships/oleObject" Target="../embeddings/oleObject108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113.bin"/><Relationship Id="rId22" Type="http://schemas.openxmlformats.org/officeDocument/2006/relationships/oleObject" Target="../embeddings/oleObject117.bin"/><Relationship Id="rId27" Type="http://schemas.openxmlformats.org/officeDocument/2006/relationships/image" Target="../media/image118.wmf"/><Relationship Id="rId30" Type="http://schemas.openxmlformats.org/officeDocument/2006/relationships/oleObject" Target="../embeddings/oleObject121.bin"/><Relationship Id="rId8" Type="http://schemas.openxmlformats.org/officeDocument/2006/relationships/oleObject" Target="../embeddings/oleObject110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6.bin"/><Relationship Id="rId13" Type="http://schemas.openxmlformats.org/officeDocument/2006/relationships/image" Target="../media/image126.wmf"/><Relationship Id="rId18" Type="http://schemas.openxmlformats.org/officeDocument/2006/relationships/oleObject" Target="../embeddings/oleObject131.bin"/><Relationship Id="rId26" Type="http://schemas.openxmlformats.org/officeDocument/2006/relationships/oleObject" Target="../embeddings/oleObject135.bin"/><Relationship Id="rId3" Type="http://schemas.openxmlformats.org/officeDocument/2006/relationships/image" Target="../media/image122.wmf"/><Relationship Id="rId21" Type="http://schemas.openxmlformats.org/officeDocument/2006/relationships/image" Target="../media/image130.wmf"/><Relationship Id="rId7" Type="http://schemas.openxmlformats.org/officeDocument/2006/relationships/image" Target="../media/image123.wmf"/><Relationship Id="rId12" Type="http://schemas.openxmlformats.org/officeDocument/2006/relationships/oleObject" Target="../embeddings/oleObject128.bin"/><Relationship Id="rId17" Type="http://schemas.openxmlformats.org/officeDocument/2006/relationships/image" Target="../media/image128.wmf"/><Relationship Id="rId25" Type="http://schemas.openxmlformats.org/officeDocument/2006/relationships/image" Target="../media/image132.wmf"/><Relationship Id="rId2" Type="http://schemas.openxmlformats.org/officeDocument/2006/relationships/oleObject" Target="../embeddings/oleObject123.bin"/><Relationship Id="rId16" Type="http://schemas.openxmlformats.org/officeDocument/2006/relationships/oleObject" Target="../embeddings/oleObject130.bin"/><Relationship Id="rId20" Type="http://schemas.openxmlformats.org/officeDocument/2006/relationships/oleObject" Target="../embeddings/oleObject13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5.bin"/><Relationship Id="rId11" Type="http://schemas.openxmlformats.org/officeDocument/2006/relationships/image" Target="../media/image125.wmf"/><Relationship Id="rId24" Type="http://schemas.openxmlformats.org/officeDocument/2006/relationships/oleObject" Target="../embeddings/oleObject134.bin"/><Relationship Id="rId5" Type="http://schemas.openxmlformats.org/officeDocument/2006/relationships/image" Target="../media/image6.wmf"/><Relationship Id="rId15" Type="http://schemas.openxmlformats.org/officeDocument/2006/relationships/image" Target="../media/image127.wmf"/><Relationship Id="rId23" Type="http://schemas.openxmlformats.org/officeDocument/2006/relationships/image" Target="../media/image131.wmf"/><Relationship Id="rId10" Type="http://schemas.openxmlformats.org/officeDocument/2006/relationships/oleObject" Target="../embeddings/oleObject127.bin"/><Relationship Id="rId19" Type="http://schemas.openxmlformats.org/officeDocument/2006/relationships/image" Target="../media/image129.wmf"/><Relationship Id="rId4" Type="http://schemas.openxmlformats.org/officeDocument/2006/relationships/oleObject" Target="../embeddings/oleObject124.bin"/><Relationship Id="rId9" Type="http://schemas.openxmlformats.org/officeDocument/2006/relationships/image" Target="../media/image124.wmf"/><Relationship Id="rId14" Type="http://schemas.openxmlformats.org/officeDocument/2006/relationships/oleObject" Target="../embeddings/oleObject129.bin"/><Relationship Id="rId22" Type="http://schemas.openxmlformats.org/officeDocument/2006/relationships/oleObject" Target="../embeddings/oleObject133.bin"/><Relationship Id="rId27" Type="http://schemas.openxmlformats.org/officeDocument/2006/relationships/image" Target="../media/image133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9.bin"/><Relationship Id="rId13" Type="http://schemas.openxmlformats.org/officeDocument/2006/relationships/image" Target="../media/image136.wmf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41.bin"/><Relationship Id="rId2" Type="http://schemas.openxmlformats.org/officeDocument/2006/relationships/oleObject" Target="../embeddings/oleObject1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8.bin"/><Relationship Id="rId11" Type="http://schemas.openxmlformats.org/officeDocument/2006/relationships/image" Target="../media/image135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0.bin"/><Relationship Id="rId4" Type="http://schemas.openxmlformats.org/officeDocument/2006/relationships/oleObject" Target="../embeddings/oleObject137.bin"/><Relationship Id="rId9" Type="http://schemas.openxmlformats.org/officeDocument/2006/relationships/image" Target="../media/image134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5.bin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4.bin"/><Relationship Id="rId11" Type="http://schemas.openxmlformats.org/officeDocument/2006/relationships/image" Target="../media/image138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6.bin"/><Relationship Id="rId4" Type="http://schemas.openxmlformats.org/officeDocument/2006/relationships/oleObject" Target="../embeddings/oleObject143.bin"/><Relationship Id="rId9" Type="http://schemas.openxmlformats.org/officeDocument/2006/relationships/image" Target="../media/image137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0.bin"/><Relationship Id="rId13" Type="http://schemas.openxmlformats.org/officeDocument/2006/relationships/image" Target="../media/image141.wmf"/><Relationship Id="rId18" Type="http://schemas.openxmlformats.org/officeDocument/2006/relationships/oleObject" Target="../embeddings/oleObject155.bin"/><Relationship Id="rId3" Type="http://schemas.openxmlformats.org/officeDocument/2006/relationships/image" Target="../media/image122.wmf"/><Relationship Id="rId7" Type="http://schemas.openxmlformats.org/officeDocument/2006/relationships/image" Target="../media/image138.wmf"/><Relationship Id="rId12" Type="http://schemas.openxmlformats.org/officeDocument/2006/relationships/oleObject" Target="../embeddings/oleObject152.bin"/><Relationship Id="rId17" Type="http://schemas.openxmlformats.org/officeDocument/2006/relationships/image" Target="../media/image143.wmf"/><Relationship Id="rId2" Type="http://schemas.openxmlformats.org/officeDocument/2006/relationships/oleObject" Target="../embeddings/oleObject147.bin"/><Relationship Id="rId16" Type="http://schemas.openxmlformats.org/officeDocument/2006/relationships/oleObject" Target="../embeddings/oleObject15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9.bin"/><Relationship Id="rId11" Type="http://schemas.openxmlformats.org/officeDocument/2006/relationships/image" Target="../media/image140.wmf"/><Relationship Id="rId5" Type="http://schemas.openxmlformats.org/officeDocument/2006/relationships/image" Target="../media/image133.wmf"/><Relationship Id="rId15" Type="http://schemas.openxmlformats.org/officeDocument/2006/relationships/image" Target="../media/image142.wmf"/><Relationship Id="rId10" Type="http://schemas.openxmlformats.org/officeDocument/2006/relationships/oleObject" Target="../embeddings/oleObject151.bin"/><Relationship Id="rId19" Type="http://schemas.openxmlformats.org/officeDocument/2006/relationships/image" Target="../media/image144.wmf"/><Relationship Id="rId4" Type="http://schemas.openxmlformats.org/officeDocument/2006/relationships/oleObject" Target="../embeddings/oleObject148.bin"/><Relationship Id="rId9" Type="http://schemas.openxmlformats.org/officeDocument/2006/relationships/image" Target="../media/image139.wmf"/><Relationship Id="rId14" Type="http://schemas.openxmlformats.org/officeDocument/2006/relationships/oleObject" Target="../embeddings/oleObject153.bin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5.wmf"/><Relationship Id="rId7" Type="http://schemas.openxmlformats.org/officeDocument/2006/relationships/image" Target="../media/image148.png"/><Relationship Id="rId2" Type="http://schemas.openxmlformats.org/officeDocument/2006/relationships/oleObject" Target="../embeddings/oleObject15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157.bin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1.bin"/><Relationship Id="rId3" Type="http://schemas.openxmlformats.org/officeDocument/2006/relationships/image" Target="../media/image150.wmf"/><Relationship Id="rId7" Type="http://schemas.openxmlformats.org/officeDocument/2006/relationships/image" Target="../media/image152.wmf"/><Relationship Id="rId2" Type="http://schemas.openxmlformats.org/officeDocument/2006/relationships/oleObject" Target="../embeddings/oleObject15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0.bin"/><Relationship Id="rId5" Type="http://schemas.openxmlformats.org/officeDocument/2006/relationships/image" Target="../media/image151.wmf"/><Relationship Id="rId4" Type="http://schemas.openxmlformats.org/officeDocument/2006/relationships/oleObject" Target="../embeddings/oleObject159.bin"/><Relationship Id="rId9" Type="http://schemas.openxmlformats.org/officeDocument/2006/relationships/image" Target="../media/image153.wm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wmf"/><Relationship Id="rId18" Type="http://schemas.openxmlformats.org/officeDocument/2006/relationships/oleObject" Target="../embeddings/oleObject170.bin"/><Relationship Id="rId26" Type="http://schemas.openxmlformats.org/officeDocument/2006/relationships/oleObject" Target="../embeddings/oleObject174.bin"/><Relationship Id="rId3" Type="http://schemas.openxmlformats.org/officeDocument/2006/relationships/image" Target="../media/image154.wmf"/><Relationship Id="rId21" Type="http://schemas.openxmlformats.org/officeDocument/2006/relationships/image" Target="../media/image158.wmf"/><Relationship Id="rId34" Type="http://schemas.openxmlformats.org/officeDocument/2006/relationships/oleObject" Target="../embeddings/oleObject178.bin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167.bin"/><Relationship Id="rId17" Type="http://schemas.openxmlformats.org/officeDocument/2006/relationships/image" Target="../media/image157.wmf"/><Relationship Id="rId25" Type="http://schemas.openxmlformats.org/officeDocument/2006/relationships/image" Target="../media/image160.wmf"/><Relationship Id="rId33" Type="http://schemas.openxmlformats.org/officeDocument/2006/relationships/image" Target="../media/image164.wmf"/><Relationship Id="rId2" Type="http://schemas.openxmlformats.org/officeDocument/2006/relationships/oleObject" Target="../embeddings/oleObject162.bin"/><Relationship Id="rId16" Type="http://schemas.openxmlformats.org/officeDocument/2006/relationships/oleObject" Target="../embeddings/oleObject169.bin"/><Relationship Id="rId20" Type="http://schemas.openxmlformats.org/officeDocument/2006/relationships/oleObject" Target="../embeddings/oleObject171.bin"/><Relationship Id="rId29" Type="http://schemas.openxmlformats.org/officeDocument/2006/relationships/image" Target="../media/image16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4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173.bin"/><Relationship Id="rId32" Type="http://schemas.openxmlformats.org/officeDocument/2006/relationships/oleObject" Target="../embeddings/oleObject177.bin"/><Relationship Id="rId5" Type="http://schemas.openxmlformats.org/officeDocument/2006/relationships/image" Target="../media/image155.wmf"/><Relationship Id="rId15" Type="http://schemas.openxmlformats.org/officeDocument/2006/relationships/image" Target="../media/image156.wmf"/><Relationship Id="rId23" Type="http://schemas.openxmlformats.org/officeDocument/2006/relationships/image" Target="../media/image159.wmf"/><Relationship Id="rId28" Type="http://schemas.openxmlformats.org/officeDocument/2006/relationships/oleObject" Target="../embeddings/oleObject175.bin"/><Relationship Id="rId10" Type="http://schemas.openxmlformats.org/officeDocument/2006/relationships/oleObject" Target="../embeddings/oleObject166.bin"/><Relationship Id="rId19" Type="http://schemas.openxmlformats.org/officeDocument/2006/relationships/image" Target="../media/image51.wmf"/><Relationship Id="rId31" Type="http://schemas.openxmlformats.org/officeDocument/2006/relationships/image" Target="../media/image163.wmf"/><Relationship Id="rId4" Type="http://schemas.openxmlformats.org/officeDocument/2006/relationships/oleObject" Target="../embeddings/oleObject163.bin"/><Relationship Id="rId9" Type="http://schemas.openxmlformats.org/officeDocument/2006/relationships/image" Target="../media/image45.wmf"/><Relationship Id="rId14" Type="http://schemas.openxmlformats.org/officeDocument/2006/relationships/oleObject" Target="../embeddings/oleObject168.bin"/><Relationship Id="rId22" Type="http://schemas.openxmlformats.org/officeDocument/2006/relationships/oleObject" Target="../embeddings/oleObject172.bin"/><Relationship Id="rId27" Type="http://schemas.openxmlformats.org/officeDocument/2006/relationships/image" Target="../media/image161.wmf"/><Relationship Id="rId30" Type="http://schemas.openxmlformats.org/officeDocument/2006/relationships/oleObject" Target="../embeddings/oleObject176.bin"/><Relationship Id="rId35" Type="http://schemas.openxmlformats.org/officeDocument/2006/relationships/image" Target="../media/image165.wmf"/><Relationship Id="rId8" Type="http://schemas.openxmlformats.org/officeDocument/2006/relationships/oleObject" Target="../embeddings/oleObject165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13" Type="http://schemas.openxmlformats.org/officeDocument/2006/relationships/image" Target="../media/image170.wmf"/><Relationship Id="rId18" Type="http://schemas.openxmlformats.org/officeDocument/2006/relationships/oleObject" Target="../embeddings/oleObject187.bin"/><Relationship Id="rId3" Type="http://schemas.openxmlformats.org/officeDocument/2006/relationships/image" Target="../media/image166.wmf"/><Relationship Id="rId21" Type="http://schemas.openxmlformats.org/officeDocument/2006/relationships/image" Target="../media/image174.wmf"/><Relationship Id="rId7" Type="http://schemas.openxmlformats.org/officeDocument/2006/relationships/image" Target="../media/image167.wmf"/><Relationship Id="rId12" Type="http://schemas.openxmlformats.org/officeDocument/2006/relationships/oleObject" Target="../embeddings/oleObject184.bin"/><Relationship Id="rId17" Type="http://schemas.openxmlformats.org/officeDocument/2006/relationships/image" Target="../media/image172.wmf"/><Relationship Id="rId2" Type="http://schemas.openxmlformats.org/officeDocument/2006/relationships/oleObject" Target="../embeddings/oleObject179.bin"/><Relationship Id="rId16" Type="http://schemas.openxmlformats.org/officeDocument/2006/relationships/oleObject" Target="../embeddings/oleObject186.bin"/><Relationship Id="rId20" Type="http://schemas.openxmlformats.org/officeDocument/2006/relationships/oleObject" Target="../embeddings/oleObject18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1.bin"/><Relationship Id="rId11" Type="http://schemas.openxmlformats.org/officeDocument/2006/relationships/image" Target="../media/image169.wmf"/><Relationship Id="rId5" Type="http://schemas.openxmlformats.org/officeDocument/2006/relationships/image" Target="../media/image6.wmf"/><Relationship Id="rId15" Type="http://schemas.openxmlformats.org/officeDocument/2006/relationships/image" Target="../media/image171.wmf"/><Relationship Id="rId23" Type="http://schemas.openxmlformats.org/officeDocument/2006/relationships/image" Target="../media/image175.wmf"/><Relationship Id="rId10" Type="http://schemas.openxmlformats.org/officeDocument/2006/relationships/oleObject" Target="../embeddings/oleObject183.bin"/><Relationship Id="rId19" Type="http://schemas.openxmlformats.org/officeDocument/2006/relationships/image" Target="../media/image173.wmf"/><Relationship Id="rId4" Type="http://schemas.openxmlformats.org/officeDocument/2006/relationships/oleObject" Target="../embeddings/oleObject180.bin"/><Relationship Id="rId9" Type="http://schemas.openxmlformats.org/officeDocument/2006/relationships/image" Target="../media/image168.wmf"/><Relationship Id="rId14" Type="http://schemas.openxmlformats.org/officeDocument/2006/relationships/oleObject" Target="../embeddings/oleObject185.bin"/><Relationship Id="rId22" Type="http://schemas.openxmlformats.org/officeDocument/2006/relationships/oleObject" Target="../embeddings/oleObject189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2.bin"/><Relationship Id="rId13" Type="http://schemas.openxmlformats.org/officeDocument/2006/relationships/image" Target="../media/image181.wmf"/><Relationship Id="rId18" Type="http://schemas.openxmlformats.org/officeDocument/2006/relationships/oleObject" Target="../embeddings/oleObject197.bin"/><Relationship Id="rId3" Type="http://schemas.openxmlformats.org/officeDocument/2006/relationships/image" Target="../media/image176.wmf"/><Relationship Id="rId7" Type="http://schemas.openxmlformats.org/officeDocument/2006/relationships/image" Target="../media/image178.wmf"/><Relationship Id="rId12" Type="http://schemas.openxmlformats.org/officeDocument/2006/relationships/oleObject" Target="../embeddings/oleObject194.bin"/><Relationship Id="rId17" Type="http://schemas.openxmlformats.org/officeDocument/2006/relationships/image" Target="../media/image183.wmf"/><Relationship Id="rId2" Type="http://schemas.openxmlformats.org/officeDocument/2006/relationships/oleObject" Target="../embeddings/oleObject190.bin"/><Relationship Id="rId16" Type="http://schemas.openxmlformats.org/officeDocument/2006/relationships/oleObject" Target="../embeddings/oleObject19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2.bin"/><Relationship Id="rId11" Type="http://schemas.openxmlformats.org/officeDocument/2006/relationships/image" Target="../media/image180.wmf"/><Relationship Id="rId5" Type="http://schemas.openxmlformats.org/officeDocument/2006/relationships/image" Target="../media/image177.wmf"/><Relationship Id="rId15" Type="http://schemas.openxmlformats.org/officeDocument/2006/relationships/image" Target="../media/image182.wmf"/><Relationship Id="rId10" Type="http://schemas.openxmlformats.org/officeDocument/2006/relationships/oleObject" Target="../embeddings/oleObject193.bin"/><Relationship Id="rId19" Type="http://schemas.openxmlformats.org/officeDocument/2006/relationships/image" Target="../media/image184.wmf"/><Relationship Id="rId4" Type="http://schemas.openxmlformats.org/officeDocument/2006/relationships/oleObject" Target="../embeddings/oleObject191.bin"/><Relationship Id="rId9" Type="http://schemas.openxmlformats.org/officeDocument/2006/relationships/image" Target="../media/image179.wmf"/><Relationship Id="rId14" Type="http://schemas.openxmlformats.org/officeDocument/2006/relationships/oleObject" Target="../embeddings/oleObject195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3" Type="http://schemas.openxmlformats.org/officeDocument/2006/relationships/image" Target="../media/image185.wmf"/><Relationship Id="rId7" Type="http://schemas.openxmlformats.org/officeDocument/2006/relationships/image" Target="../media/image188.png"/><Relationship Id="rId2" Type="http://schemas.openxmlformats.org/officeDocument/2006/relationships/oleObject" Target="../embeddings/oleObject19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.png"/><Relationship Id="rId5" Type="http://schemas.openxmlformats.org/officeDocument/2006/relationships/image" Target="../media/image186.wmf"/><Relationship Id="rId4" Type="http://schemas.openxmlformats.org/officeDocument/2006/relationships/oleObject" Target="../embeddings/oleObject199.bin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2.wmf"/><Relationship Id="rId18" Type="http://schemas.openxmlformats.org/officeDocument/2006/relationships/image" Target="../media/image193.wmf"/><Relationship Id="rId26" Type="http://schemas.openxmlformats.org/officeDocument/2006/relationships/oleObject" Target="../embeddings/oleObject213.bin"/><Relationship Id="rId39" Type="http://schemas.openxmlformats.org/officeDocument/2006/relationships/oleObject" Target="../embeddings/oleObject220.bin"/><Relationship Id="rId21" Type="http://schemas.openxmlformats.org/officeDocument/2006/relationships/oleObject" Target="../embeddings/oleObject210.bin"/><Relationship Id="rId34" Type="http://schemas.openxmlformats.org/officeDocument/2006/relationships/image" Target="../media/image197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205.bin"/><Relationship Id="rId17" Type="http://schemas.openxmlformats.org/officeDocument/2006/relationships/oleObject" Target="../embeddings/oleObject208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217.bin"/><Relationship Id="rId38" Type="http://schemas.openxmlformats.org/officeDocument/2006/relationships/image" Target="../media/image199.wmf"/><Relationship Id="rId2" Type="http://schemas.openxmlformats.org/officeDocument/2006/relationships/oleObject" Target="../embeddings/oleObject200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2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212.bin"/><Relationship Id="rId32" Type="http://schemas.openxmlformats.org/officeDocument/2006/relationships/oleObject" Target="../embeddings/oleObject216.bin"/><Relationship Id="rId37" Type="http://schemas.openxmlformats.org/officeDocument/2006/relationships/oleObject" Target="../embeddings/oleObject219.bin"/><Relationship Id="rId40" Type="http://schemas.openxmlformats.org/officeDocument/2006/relationships/image" Target="../media/image200.wmf"/><Relationship Id="rId5" Type="http://schemas.openxmlformats.org/officeDocument/2006/relationships/image" Target="../media/image190.wmf"/><Relationship Id="rId15" Type="http://schemas.openxmlformats.org/officeDocument/2006/relationships/oleObject" Target="../embeddings/oleObject207.bin"/><Relationship Id="rId23" Type="http://schemas.openxmlformats.org/officeDocument/2006/relationships/oleObject" Target="../embeddings/oleObject211.bin"/><Relationship Id="rId28" Type="http://schemas.openxmlformats.org/officeDocument/2006/relationships/oleObject" Target="../embeddings/oleObject214.bin"/><Relationship Id="rId36" Type="http://schemas.openxmlformats.org/officeDocument/2006/relationships/image" Target="../media/image198.wmf"/><Relationship Id="rId10" Type="http://schemas.openxmlformats.org/officeDocument/2006/relationships/oleObject" Target="../embeddings/oleObject204.bin"/><Relationship Id="rId19" Type="http://schemas.openxmlformats.org/officeDocument/2006/relationships/oleObject" Target="../embeddings/oleObject209.bin"/><Relationship Id="rId31" Type="http://schemas.openxmlformats.org/officeDocument/2006/relationships/image" Target="../media/image196.wmf"/><Relationship Id="rId4" Type="http://schemas.openxmlformats.org/officeDocument/2006/relationships/oleObject" Target="../embeddings/oleObject201.bin"/><Relationship Id="rId9" Type="http://schemas.openxmlformats.org/officeDocument/2006/relationships/image" Target="../media/image191.wmf"/><Relationship Id="rId14" Type="http://schemas.openxmlformats.org/officeDocument/2006/relationships/oleObject" Target="../embeddings/oleObject206.bin"/><Relationship Id="rId22" Type="http://schemas.openxmlformats.org/officeDocument/2006/relationships/image" Target="../media/image194.wmf"/><Relationship Id="rId27" Type="http://schemas.openxmlformats.org/officeDocument/2006/relationships/image" Target="../media/image195.wmf"/><Relationship Id="rId30" Type="http://schemas.openxmlformats.org/officeDocument/2006/relationships/oleObject" Target="../embeddings/oleObject215.bin"/><Relationship Id="rId35" Type="http://schemas.openxmlformats.org/officeDocument/2006/relationships/oleObject" Target="../embeddings/oleObject218.bin"/><Relationship Id="rId8" Type="http://schemas.openxmlformats.org/officeDocument/2006/relationships/oleObject" Target="../embeddings/oleObject203.bin"/><Relationship Id="rId3" Type="http://schemas.openxmlformats.org/officeDocument/2006/relationships/image" Target="../media/image45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4.bin"/><Relationship Id="rId13" Type="http://schemas.openxmlformats.org/officeDocument/2006/relationships/image" Target="../media/image205.wmf"/><Relationship Id="rId3" Type="http://schemas.openxmlformats.org/officeDocument/2006/relationships/image" Target="../media/image201.wmf"/><Relationship Id="rId7" Type="http://schemas.openxmlformats.org/officeDocument/2006/relationships/image" Target="../media/image202.wmf"/><Relationship Id="rId12" Type="http://schemas.openxmlformats.org/officeDocument/2006/relationships/oleObject" Target="../embeddings/oleObject226.bin"/><Relationship Id="rId17" Type="http://schemas.openxmlformats.org/officeDocument/2006/relationships/image" Target="../media/image207.wmf"/><Relationship Id="rId2" Type="http://schemas.openxmlformats.org/officeDocument/2006/relationships/oleObject" Target="../embeddings/oleObject221.bin"/><Relationship Id="rId16" Type="http://schemas.openxmlformats.org/officeDocument/2006/relationships/oleObject" Target="../embeddings/oleObject22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3.bin"/><Relationship Id="rId11" Type="http://schemas.openxmlformats.org/officeDocument/2006/relationships/image" Target="../media/image204.wmf"/><Relationship Id="rId5" Type="http://schemas.openxmlformats.org/officeDocument/2006/relationships/image" Target="../media/image6.wmf"/><Relationship Id="rId15" Type="http://schemas.openxmlformats.org/officeDocument/2006/relationships/image" Target="../media/image206.wmf"/><Relationship Id="rId10" Type="http://schemas.openxmlformats.org/officeDocument/2006/relationships/oleObject" Target="../embeddings/oleObject225.bin"/><Relationship Id="rId4" Type="http://schemas.openxmlformats.org/officeDocument/2006/relationships/oleObject" Target="../embeddings/oleObject222.bin"/><Relationship Id="rId9" Type="http://schemas.openxmlformats.org/officeDocument/2006/relationships/image" Target="../media/image203.wmf"/><Relationship Id="rId14" Type="http://schemas.openxmlformats.org/officeDocument/2006/relationships/oleObject" Target="../embeddings/oleObject227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4.bin"/><Relationship Id="rId13" Type="http://schemas.openxmlformats.org/officeDocument/2006/relationships/image" Target="../media/image213.wmf"/><Relationship Id="rId3" Type="http://schemas.openxmlformats.org/officeDocument/2006/relationships/image" Target="../media/image208.wmf"/><Relationship Id="rId7" Type="http://schemas.openxmlformats.org/officeDocument/2006/relationships/image" Target="../media/image210.wmf"/><Relationship Id="rId12" Type="http://schemas.openxmlformats.org/officeDocument/2006/relationships/oleObject" Target="../embeddings/oleObject233.bin"/><Relationship Id="rId2" Type="http://schemas.openxmlformats.org/officeDocument/2006/relationships/oleObject" Target="../embeddings/oleObject22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1.bin"/><Relationship Id="rId11" Type="http://schemas.openxmlformats.org/officeDocument/2006/relationships/image" Target="../media/image212.wmf"/><Relationship Id="rId5" Type="http://schemas.openxmlformats.org/officeDocument/2006/relationships/image" Target="../media/image209.wmf"/><Relationship Id="rId15" Type="http://schemas.openxmlformats.org/officeDocument/2006/relationships/image" Target="../media/image214.wmf"/><Relationship Id="rId10" Type="http://schemas.openxmlformats.org/officeDocument/2006/relationships/oleObject" Target="../embeddings/oleObject232.bin"/><Relationship Id="rId4" Type="http://schemas.openxmlformats.org/officeDocument/2006/relationships/oleObject" Target="../embeddings/oleObject230.bin"/><Relationship Id="rId9" Type="http://schemas.openxmlformats.org/officeDocument/2006/relationships/image" Target="../media/image211.wmf"/><Relationship Id="rId14" Type="http://schemas.openxmlformats.org/officeDocument/2006/relationships/oleObject" Target="../embeddings/oleObject234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wmf"/><Relationship Id="rId3" Type="http://schemas.openxmlformats.org/officeDocument/2006/relationships/image" Target="../media/image216.png"/><Relationship Id="rId7" Type="http://schemas.openxmlformats.org/officeDocument/2006/relationships/oleObject" Target="../embeddings/oleObject231.bin"/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wmf"/><Relationship Id="rId5" Type="http://schemas.openxmlformats.org/officeDocument/2006/relationships/oleObject" Target="../embeddings/oleObject230.bin"/><Relationship Id="rId4" Type="http://schemas.openxmlformats.org/officeDocument/2006/relationships/image" Target="../media/image21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9.wmf"/><Relationship Id="rId3" Type="http://schemas.openxmlformats.org/officeDocument/2006/relationships/image" Target="../media/image225.png"/><Relationship Id="rId7" Type="http://schemas.openxmlformats.org/officeDocument/2006/relationships/oleObject" Target="../embeddings/oleObject236.bin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.wmf"/><Relationship Id="rId5" Type="http://schemas.openxmlformats.org/officeDocument/2006/relationships/oleObject" Target="../embeddings/oleObject235.bin"/><Relationship Id="rId4" Type="http://schemas.openxmlformats.org/officeDocument/2006/relationships/image" Target="../media/image226.png"/><Relationship Id="rId9" Type="http://schemas.openxmlformats.org/officeDocument/2006/relationships/image" Target="../media/image2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3" Type="http://schemas.openxmlformats.org/officeDocument/2006/relationships/image" Target="../media/image228.wmf"/><Relationship Id="rId7" Type="http://schemas.openxmlformats.org/officeDocument/2006/relationships/image" Target="../media/image230.wmf"/><Relationship Id="rId2" Type="http://schemas.openxmlformats.org/officeDocument/2006/relationships/oleObject" Target="../embeddings/oleObject23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9.bin"/><Relationship Id="rId11" Type="http://schemas.openxmlformats.org/officeDocument/2006/relationships/image" Target="../media/image232.wmf"/><Relationship Id="rId5" Type="http://schemas.openxmlformats.org/officeDocument/2006/relationships/image" Target="../media/image229.wmf"/><Relationship Id="rId10" Type="http://schemas.openxmlformats.org/officeDocument/2006/relationships/oleObject" Target="../embeddings/oleObject241.bin"/><Relationship Id="rId4" Type="http://schemas.openxmlformats.org/officeDocument/2006/relationships/oleObject" Target="../embeddings/oleObject238.bin"/><Relationship Id="rId9" Type="http://schemas.openxmlformats.org/officeDocument/2006/relationships/image" Target="../media/image231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5.bin"/><Relationship Id="rId13" Type="http://schemas.openxmlformats.org/officeDocument/2006/relationships/image" Target="../media/image238.wmf"/><Relationship Id="rId3" Type="http://schemas.openxmlformats.org/officeDocument/2006/relationships/image" Target="../media/image233.wmf"/><Relationship Id="rId7" Type="http://schemas.openxmlformats.org/officeDocument/2006/relationships/image" Target="../media/image235.wmf"/><Relationship Id="rId12" Type="http://schemas.openxmlformats.org/officeDocument/2006/relationships/oleObject" Target="../embeddings/oleObject247.bin"/><Relationship Id="rId2" Type="http://schemas.openxmlformats.org/officeDocument/2006/relationships/oleObject" Target="../embeddings/oleObject2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44.bin"/><Relationship Id="rId11" Type="http://schemas.openxmlformats.org/officeDocument/2006/relationships/image" Target="../media/image237.wmf"/><Relationship Id="rId5" Type="http://schemas.openxmlformats.org/officeDocument/2006/relationships/image" Target="../media/image234.wmf"/><Relationship Id="rId15" Type="http://schemas.openxmlformats.org/officeDocument/2006/relationships/image" Target="../media/image239.wmf"/><Relationship Id="rId10" Type="http://schemas.openxmlformats.org/officeDocument/2006/relationships/oleObject" Target="../embeddings/oleObject246.bin"/><Relationship Id="rId4" Type="http://schemas.openxmlformats.org/officeDocument/2006/relationships/oleObject" Target="../embeddings/oleObject243.bin"/><Relationship Id="rId9" Type="http://schemas.openxmlformats.org/officeDocument/2006/relationships/image" Target="../media/image236.wmf"/><Relationship Id="rId14" Type="http://schemas.openxmlformats.org/officeDocument/2006/relationships/oleObject" Target="../embeddings/oleObject248.bin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2.bin"/><Relationship Id="rId13" Type="http://schemas.openxmlformats.org/officeDocument/2006/relationships/image" Target="../media/image244.wmf"/><Relationship Id="rId3" Type="http://schemas.openxmlformats.org/officeDocument/2006/relationships/image" Target="../media/image233.wmf"/><Relationship Id="rId7" Type="http://schemas.openxmlformats.org/officeDocument/2006/relationships/image" Target="../media/image241.wmf"/><Relationship Id="rId12" Type="http://schemas.openxmlformats.org/officeDocument/2006/relationships/oleObject" Target="../embeddings/oleObject254.bin"/><Relationship Id="rId17" Type="http://schemas.openxmlformats.org/officeDocument/2006/relationships/image" Target="../media/image230.wmf"/><Relationship Id="rId2" Type="http://schemas.openxmlformats.org/officeDocument/2006/relationships/oleObject" Target="../embeddings/oleObject249.bin"/><Relationship Id="rId16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1.bin"/><Relationship Id="rId11" Type="http://schemas.openxmlformats.org/officeDocument/2006/relationships/image" Target="../media/image243.wmf"/><Relationship Id="rId5" Type="http://schemas.openxmlformats.org/officeDocument/2006/relationships/image" Target="../media/image240.wmf"/><Relationship Id="rId15" Type="http://schemas.openxmlformats.org/officeDocument/2006/relationships/image" Target="../media/image13.wmf"/><Relationship Id="rId10" Type="http://schemas.openxmlformats.org/officeDocument/2006/relationships/oleObject" Target="../embeddings/oleObject253.bin"/><Relationship Id="rId4" Type="http://schemas.openxmlformats.org/officeDocument/2006/relationships/oleObject" Target="../embeddings/oleObject250.bin"/><Relationship Id="rId9" Type="http://schemas.openxmlformats.org/officeDocument/2006/relationships/image" Target="../media/image242.wmf"/><Relationship Id="rId14" Type="http://schemas.openxmlformats.org/officeDocument/2006/relationships/oleObject" Target="../embeddings/oleObject255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9.bin"/><Relationship Id="rId13" Type="http://schemas.openxmlformats.org/officeDocument/2006/relationships/image" Target="../media/image247.wmf"/><Relationship Id="rId18" Type="http://schemas.openxmlformats.org/officeDocument/2006/relationships/oleObject" Target="../embeddings/oleObject264.bin"/><Relationship Id="rId3" Type="http://schemas.openxmlformats.org/officeDocument/2006/relationships/image" Target="../media/image233.wmf"/><Relationship Id="rId21" Type="http://schemas.openxmlformats.org/officeDocument/2006/relationships/image" Target="../media/image230.wmf"/><Relationship Id="rId7" Type="http://schemas.openxmlformats.org/officeDocument/2006/relationships/image" Target="../media/image244.wmf"/><Relationship Id="rId12" Type="http://schemas.openxmlformats.org/officeDocument/2006/relationships/oleObject" Target="../embeddings/oleObject261.bin"/><Relationship Id="rId17" Type="http://schemas.openxmlformats.org/officeDocument/2006/relationships/image" Target="../media/image249.wmf"/><Relationship Id="rId2" Type="http://schemas.openxmlformats.org/officeDocument/2006/relationships/oleObject" Target="../embeddings/oleObject256.bin"/><Relationship Id="rId16" Type="http://schemas.openxmlformats.org/officeDocument/2006/relationships/oleObject" Target="../embeddings/oleObject263.bin"/><Relationship Id="rId20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8.bin"/><Relationship Id="rId11" Type="http://schemas.openxmlformats.org/officeDocument/2006/relationships/image" Target="../media/image246.wmf"/><Relationship Id="rId5" Type="http://schemas.openxmlformats.org/officeDocument/2006/relationships/image" Target="../media/image245.wmf"/><Relationship Id="rId15" Type="http://schemas.openxmlformats.org/officeDocument/2006/relationships/image" Target="../media/image248.wmf"/><Relationship Id="rId10" Type="http://schemas.openxmlformats.org/officeDocument/2006/relationships/oleObject" Target="../embeddings/oleObject260.bin"/><Relationship Id="rId19" Type="http://schemas.openxmlformats.org/officeDocument/2006/relationships/image" Target="../media/image250.wmf"/><Relationship Id="rId4" Type="http://schemas.openxmlformats.org/officeDocument/2006/relationships/oleObject" Target="../embeddings/oleObject257.bin"/><Relationship Id="rId9" Type="http://schemas.openxmlformats.org/officeDocument/2006/relationships/image" Target="../media/image13.wmf"/><Relationship Id="rId14" Type="http://schemas.openxmlformats.org/officeDocument/2006/relationships/oleObject" Target="../embeddings/oleObject262.bin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13" Type="http://schemas.openxmlformats.org/officeDocument/2006/relationships/image" Target="../media/image253.wmf"/><Relationship Id="rId18" Type="http://schemas.openxmlformats.org/officeDocument/2006/relationships/oleObject" Target="../embeddings/oleObject271.bin"/><Relationship Id="rId3" Type="http://schemas.openxmlformats.org/officeDocument/2006/relationships/image" Target="../media/image228.wmf"/><Relationship Id="rId21" Type="http://schemas.openxmlformats.org/officeDocument/2006/relationships/image" Target="../media/image232.wmf"/><Relationship Id="rId7" Type="http://schemas.openxmlformats.org/officeDocument/2006/relationships/image" Target="../media/image251.wmf"/><Relationship Id="rId12" Type="http://schemas.openxmlformats.org/officeDocument/2006/relationships/oleObject" Target="../embeddings/oleObject268.bin"/><Relationship Id="rId17" Type="http://schemas.openxmlformats.org/officeDocument/2006/relationships/image" Target="../media/image255.wmf"/><Relationship Id="rId25" Type="http://schemas.openxmlformats.org/officeDocument/2006/relationships/image" Target="../media/image258.wmf"/><Relationship Id="rId2" Type="http://schemas.openxmlformats.org/officeDocument/2006/relationships/oleObject" Target="../embeddings/oleObject237.bin"/><Relationship Id="rId16" Type="http://schemas.openxmlformats.org/officeDocument/2006/relationships/oleObject" Target="../embeddings/oleObject270.bin"/><Relationship Id="rId20" Type="http://schemas.openxmlformats.org/officeDocument/2006/relationships/oleObject" Target="../embeddings/oleObject24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66.bin"/><Relationship Id="rId11" Type="http://schemas.openxmlformats.org/officeDocument/2006/relationships/image" Target="../media/image252.wmf"/><Relationship Id="rId24" Type="http://schemas.openxmlformats.org/officeDocument/2006/relationships/oleObject" Target="../embeddings/oleObject273.bin"/><Relationship Id="rId5" Type="http://schemas.openxmlformats.org/officeDocument/2006/relationships/image" Target="../media/image244.wmf"/><Relationship Id="rId15" Type="http://schemas.openxmlformats.org/officeDocument/2006/relationships/image" Target="../media/image254.wmf"/><Relationship Id="rId23" Type="http://schemas.openxmlformats.org/officeDocument/2006/relationships/image" Target="../media/image257.wmf"/><Relationship Id="rId10" Type="http://schemas.openxmlformats.org/officeDocument/2006/relationships/oleObject" Target="../embeddings/oleObject267.bin"/><Relationship Id="rId19" Type="http://schemas.openxmlformats.org/officeDocument/2006/relationships/image" Target="../media/image256.wmf"/><Relationship Id="rId4" Type="http://schemas.openxmlformats.org/officeDocument/2006/relationships/oleObject" Target="../embeddings/oleObject265.bin"/><Relationship Id="rId9" Type="http://schemas.openxmlformats.org/officeDocument/2006/relationships/image" Target="../media/image231.wmf"/><Relationship Id="rId14" Type="http://schemas.openxmlformats.org/officeDocument/2006/relationships/oleObject" Target="../embeddings/oleObject269.bin"/><Relationship Id="rId22" Type="http://schemas.openxmlformats.org/officeDocument/2006/relationships/oleObject" Target="../embeddings/oleObject272.bin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77.bin"/><Relationship Id="rId13" Type="http://schemas.openxmlformats.org/officeDocument/2006/relationships/image" Target="../media/image264.wmf"/><Relationship Id="rId18" Type="http://schemas.openxmlformats.org/officeDocument/2006/relationships/image" Target="../media/image267.wmf"/><Relationship Id="rId3" Type="http://schemas.openxmlformats.org/officeDocument/2006/relationships/image" Target="../media/image259.wmf"/><Relationship Id="rId7" Type="http://schemas.openxmlformats.org/officeDocument/2006/relationships/image" Target="../media/image261.wmf"/><Relationship Id="rId12" Type="http://schemas.openxmlformats.org/officeDocument/2006/relationships/oleObject" Target="../embeddings/oleObject279.bin"/><Relationship Id="rId17" Type="http://schemas.openxmlformats.org/officeDocument/2006/relationships/oleObject" Target="../embeddings/oleObject281.bin"/><Relationship Id="rId2" Type="http://schemas.openxmlformats.org/officeDocument/2006/relationships/oleObject" Target="../embeddings/oleObject274.bin"/><Relationship Id="rId16" Type="http://schemas.openxmlformats.org/officeDocument/2006/relationships/image" Target="../media/image266.wmf"/><Relationship Id="rId20" Type="http://schemas.openxmlformats.org/officeDocument/2006/relationships/image" Target="../media/image268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76.bin"/><Relationship Id="rId11" Type="http://schemas.openxmlformats.org/officeDocument/2006/relationships/image" Target="../media/image263.wmf"/><Relationship Id="rId5" Type="http://schemas.openxmlformats.org/officeDocument/2006/relationships/image" Target="../media/image260.wmf"/><Relationship Id="rId15" Type="http://schemas.openxmlformats.org/officeDocument/2006/relationships/image" Target="../media/image265.wmf"/><Relationship Id="rId10" Type="http://schemas.openxmlformats.org/officeDocument/2006/relationships/oleObject" Target="../embeddings/oleObject278.bin"/><Relationship Id="rId19" Type="http://schemas.openxmlformats.org/officeDocument/2006/relationships/oleObject" Target="../embeddings/oleObject282.bin"/><Relationship Id="rId4" Type="http://schemas.openxmlformats.org/officeDocument/2006/relationships/oleObject" Target="../embeddings/oleObject275.bin"/><Relationship Id="rId9" Type="http://schemas.openxmlformats.org/officeDocument/2006/relationships/image" Target="../media/image262.wmf"/><Relationship Id="rId14" Type="http://schemas.openxmlformats.org/officeDocument/2006/relationships/oleObject" Target="../embeddings/oleObject280.bin"/></Relationships>
</file>

<file path=ppt/slides/_rels/slide5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4.wmf"/><Relationship Id="rId18" Type="http://schemas.openxmlformats.org/officeDocument/2006/relationships/oleObject" Target="../embeddings/oleObject291.bin"/><Relationship Id="rId26" Type="http://schemas.openxmlformats.org/officeDocument/2006/relationships/oleObject" Target="../embeddings/oleObject295.bin"/><Relationship Id="rId3" Type="http://schemas.openxmlformats.org/officeDocument/2006/relationships/image" Target="../media/image269.wmf"/><Relationship Id="rId21" Type="http://schemas.openxmlformats.org/officeDocument/2006/relationships/image" Target="../media/image278.wmf"/><Relationship Id="rId7" Type="http://schemas.openxmlformats.org/officeDocument/2006/relationships/image" Target="../media/image271.wmf"/><Relationship Id="rId12" Type="http://schemas.openxmlformats.org/officeDocument/2006/relationships/oleObject" Target="../embeddings/oleObject288.bin"/><Relationship Id="rId17" Type="http://schemas.openxmlformats.org/officeDocument/2006/relationships/image" Target="../media/image276.wmf"/><Relationship Id="rId25" Type="http://schemas.openxmlformats.org/officeDocument/2006/relationships/image" Target="../media/image280.wmf"/><Relationship Id="rId33" Type="http://schemas.openxmlformats.org/officeDocument/2006/relationships/image" Target="../media/image284.wmf"/><Relationship Id="rId2" Type="http://schemas.openxmlformats.org/officeDocument/2006/relationships/oleObject" Target="../embeddings/oleObject283.bin"/><Relationship Id="rId16" Type="http://schemas.openxmlformats.org/officeDocument/2006/relationships/oleObject" Target="../embeddings/oleObject290.bin"/><Relationship Id="rId20" Type="http://schemas.openxmlformats.org/officeDocument/2006/relationships/oleObject" Target="../embeddings/oleObject292.bin"/><Relationship Id="rId29" Type="http://schemas.openxmlformats.org/officeDocument/2006/relationships/image" Target="../media/image28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85.bin"/><Relationship Id="rId11" Type="http://schemas.openxmlformats.org/officeDocument/2006/relationships/image" Target="../media/image273.wmf"/><Relationship Id="rId24" Type="http://schemas.openxmlformats.org/officeDocument/2006/relationships/oleObject" Target="../embeddings/oleObject294.bin"/><Relationship Id="rId32" Type="http://schemas.openxmlformats.org/officeDocument/2006/relationships/oleObject" Target="../embeddings/oleObject298.bin"/><Relationship Id="rId5" Type="http://schemas.openxmlformats.org/officeDocument/2006/relationships/image" Target="../media/image270.wmf"/><Relationship Id="rId15" Type="http://schemas.openxmlformats.org/officeDocument/2006/relationships/image" Target="../media/image275.wmf"/><Relationship Id="rId23" Type="http://schemas.openxmlformats.org/officeDocument/2006/relationships/image" Target="../media/image279.wmf"/><Relationship Id="rId28" Type="http://schemas.openxmlformats.org/officeDocument/2006/relationships/oleObject" Target="../embeddings/oleObject296.bin"/><Relationship Id="rId10" Type="http://schemas.openxmlformats.org/officeDocument/2006/relationships/oleObject" Target="../embeddings/oleObject287.bin"/><Relationship Id="rId19" Type="http://schemas.openxmlformats.org/officeDocument/2006/relationships/image" Target="../media/image277.wmf"/><Relationship Id="rId31" Type="http://schemas.openxmlformats.org/officeDocument/2006/relationships/image" Target="../media/image283.wmf"/><Relationship Id="rId4" Type="http://schemas.openxmlformats.org/officeDocument/2006/relationships/oleObject" Target="../embeddings/oleObject284.bin"/><Relationship Id="rId9" Type="http://schemas.openxmlformats.org/officeDocument/2006/relationships/image" Target="../media/image272.wmf"/><Relationship Id="rId14" Type="http://schemas.openxmlformats.org/officeDocument/2006/relationships/oleObject" Target="../embeddings/oleObject289.bin"/><Relationship Id="rId22" Type="http://schemas.openxmlformats.org/officeDocument/2006/relationships/oleObject" Target="../embeddings/oleObject293.bin"/><Relationship Id="rId27" Type="http://schemas.openxmlformats.org/officeDocument/2006/relationships/image" Target="../media/image281.wmf"/><Relationship Id="rId30" Type="http://schemas.openxmlformats.org/officeDocument/2006/relationships/oleObject" Target="../embeddings/oleObject297.bin"/><Relationship Id="rId8" Type="http://schemas.openxmlformats.org/officeDocument/2006/relationships/oleObject" Target="../embeddings/oleObject286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1.bin"/><Relationship Id="rId3" Type="http://schemas.openxmlformats.org/officeDocument/2006/relationships/oleObject" Target="../embeddings/oleObject299.bin"/><Relationship Id="rId7" Type="http://schemas.openxmlformats.org/officeDocument/2006/relationships/image" Target="../media/image266.wmf"/><Relationship Id="rId2" Type="http://schemas.openxmlformats.org/officeDocument/2006/relationships/image" Target="../media/image28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7.wmf"/><Relationship Id="rId5" Type="http://schemas.openxmlformats.org/officeDocument/2006/relationships/oleObject" Target="../embeddings/oleObject300.bin"/><Relationship Id="rId4" Type="http://schemas.openxmlformats.org/officeDocument/2006/relationships/image" Target="../media/image286.wmf"/><Relationship Id="rId9" Type="http://schemas.openxmlformats.org/officeDocument/2006/relationships/image" Target="../media/image288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2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wmf"/><Relationship Id="rId5" Type="http://schemas.openxmlformats.org/officeDocument/2006/relationships/oleObject" Target="../embeddings/oleObject303.bin"/><Relationship Id="rId4" Type="http://schemas.openxmlformats.org/officeDocument/2006/relationships/image" Target="../media/image289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4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2.wmf"/><Relationship Id="rId5" Type="http://schemas.openxmlformats.org/officeDocument/2006/relationships/oleObject" Target="../embeddings/oleObject305.bin"/><Relationship Id="rId4" Type="http://schemas.openxmlformats.org/officeDocument/2006/relationships/image" Target="../media/image291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3.wmf"/><Relationship Id="rId2" Type="http://schemas.openxmlformats.org/officeDocument/2006/relationships/oleObject" Target="../embeddings/oleObject30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6.wmf"/><Relationship Id="rId5" Type="http://schemas.openxmlformats.org/officeDocument/2006/relationships/image" Target="../media/image294.wmf"/><Relationship Id="rId4" Type="http://schemas.openxmlformats.org/officeDocument/2006/relationships/oleObject" Target="../embeddings/oleObject307.bin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1.bin"/><Relationship Id="rId13" Type="http://schemas.openxmlformats.org/officeDocument/2006/relationships/image" Target="../media/image300.wmf"/><Relationship Id="rId3" Type="http://schemas.openxmlformats.org/officeDocument/2006/relationships/image" Target="../media/image295.wmf"/><Relationship Id="rId7" Type="http://schemas.openxmlformats.org/officeDocument/2006/relationships/image" Target="../media/image297.wmf"/><Relationship Id="rId12" Type="http://schemas.openxmlformats.org/officeDocument/2006/relationships/oleObject" Target="../embeddings/oleObject313.bin"/><Relationship Id="rId2" Type="http://schemas.openxmlformats.org/officeDocument/2006/relationships/oleObject" Target="../embeddings/oleObject308.bin"/><Relationship Id="rId16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0.bin"/><Relationship Id="rId11" Type="http://schemas.openxmlformats.org/officeDocument/2006/relationships/image" Target="../media/image299.wmf"/><Relationship Id="rId5" Type="http://schemas.openxmlformats.org/officeDocument/2006/relationships/image" Target="../media/image296.wmf"/><Relationship Id="rId15" Type="http://schemas.openxmlformats.org/officeDocument/2006/relationships/image" Target="../media/image301.wmf"/><Relationship Id="rId10" Type="http://schemas.openxmlformats.org/officeDocument/2006/relationships/oleObject" Target="../embeddings/oleObject312.bin"/><Relationship Id="rId4" Type="http://schemas.openxmlformats.org/officeDocument/2006/relationships/oleObject" Target="../embeddings/oleObject309.bin"/><Relationship Id="rId9" Type="http://schemas.openxmlformats.org/officeDocument/2006/relationships/image" Target="../media/image298.wmf"/><Relationship Id="rId14" Type="http://schemas.openxmlformats.org/officeDocument/2006/relationships/oleObject" Target="../embeddings/oleObject314.bin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8.bin"/><Relationship Id="rId13" Type="http://schemas.openxmlformats.org/officeDocument/2006/relationships/image" Target="../media/image307.wmf"/><Relationship Id="rId3" Type="http://schemas.openxmlformats.org/officeDocument/2006/relationships/image" Target="../media/image302.wmf"/><Relationship Id="rId7" Type="http://schemas.openxmlformats.org/officeDocument/2006/relationships/image" Target="../media/image304.wmf"/><Relationship Id="rId12" Type="http://schemas.openxmlformats.org/officeDocument/2006/relationships/oleObject" Target="../embeddings/oleObject320.bin"/><Relationship Id="rId17" Type="http://schemas.openxmlformats.org/officeDocument/2006/relationships/image" Target="../media/image309.wmf"/><Relationship Id="rId2" Type="http://schemas.openxmlformats.org/officeDocument/2006/relationships/oleObject" Target="../embeddings/oleObject315.bin"/><Relationship Id="rId16" Type="http://schemas.openxmlformats.org/officeDocument/2006/relationships/oleObject" Target="../embeddings/oleObject3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7.bin"/><Relationship Id="rId11" Type="http://schemas.openxmlformats.org/officeDocument/2006/relationships/image" Target="../media/image306.wmf"/><Relationship Id="rId5" Type="http://schemas.openxmlformats.org/officeDocument/2006/relationships/image" Target="../media/image303.wmf"/><Relationship Id="rId15" Type="http://schemas.openxmlformats.org/officeDocument/2006/relationships/image" Target="../media/image308.wmf"/><Relationship Id="rId10" Type="http://schemas.openxmlformats.org/officeDocument/2006/relationships/oleObject" Target="../embeddings/oleObject319.bin"/><Relationship Id="rId4" Type="http://schemas.openxmlformats.org/officeDocument/2006/relationships/oleObject" Target="../embeddings/oleObject316.bin"/><Relationship Id="rId9" Type="http://schemas.openxmlformats.org/officeDocument/2006/relationships/image" Target="../media/image305.wmf"/><Relationship Id="rId14" Type="http://schemas.openxmlformats.org/officeDocument/2006/relationships/oleObject" Target="../embeddings/oleObject321.bin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wmf"/><Relationship Id="rId2" Type="http://schemas.openxmlformats.org/officeDocument/2006/relationships/oleObject" Target="../embeddings/oleObject3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1.wmf"/><Relationship Id="rId4" Type="http://schemas.openxmlformats.org/officeDocument/2006/relationships/oleObject" Target="../embeddings/oleObject324.bin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6.bin"/><Relationship Id="rId13" Type="http://schemas.openxmlformats.org/officeDocument/2006/relationships/image" Target="../media/image318.wmf"/><Relationship Id="rId18" Type="http://schemas.openxmlformats.org/officeDocument/2006/relationships/oleObject" Target="../embeddings/oleObject330.bin"/><Relationship Id="rId26" Type="http://schemas.openxmlformats.org/officeDocument/2006/relationships/oleObject" Target="../embeddings/oleObject334.bin"/><Relationship Id="rId3" Type="http://schemas.openxmlformats.org/officeDocument/2006/relationships/image" Target="../media/image313.wmf"/><Relationship Id="rId21" Type="http://schemas.openxmlformats.org/officeDocument/2006/relationships/image" Target="../media/image323.wmf"/><Relationship Id="rId7" Type="http://schemas.openxmlformats.org/officeDocument/2006/relationships/image" Target="../media/image316.wmf"/><Relationship Id="rId12" Type="http://schemas.openxmlformats.org/officeDocument/2006/relationships/oleObject" Target="../embeddings/oleObject328.bin"/><Relationship Id="rId17" Type="http://schemas.openxmlformats.org/officeDocument/2006/relationships/image" Target="../media/image321.wmf"/><Relationship Id="rId25" Type="http://schemas.openxmlformats.org/officeDocument/2006/relationships/image" Target="../media/image325.wmf"/><Relationship Id="rId2" Type="http://schemas.openxmlformats.org/officeDocument/2006/relationships/image" Target="../media/image312.wmf"/><Relationship Id="rId16" Type="http://schemas.openxmlformats.org/officeDocument/2006/relationships/image" Target="../media/image320.wmf"/><Relationship Id="rId20" Type="http://schemas.openxmlformats.org/officeDocument/2006/relationships/oleObject" Target="../embeddings/oleObject33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5.wmf"/><Relationship Id="rId11" Type="http://schemas.openxmlformats.org/officeDocument/2006/relationships/image" Target="../media/image305.wmf"/><Relationship Id="rId24" Type="http://schemas.openxmlformats.org/officeDocument/2006/relationships/oleObject" Target="../embeddings/oleObject333.bin"/><Relationship Id="rId5" Type="http://schemas.openxmlformats.org/officeDocument/2006/relationships/image" Target="../media/image314.wmf"/><Relationship Id="rId15" Type="http://schemas.openxmlformats.org/officeDocument/2006/relationships/image" Target="../media/image319.wmf"/><Relationship Id="rId23" Type="http://schemas.openxmlformats.org/officeDocument/2006/relationships/image" Target="../media/image324.wmf"/><Relationship Id="rId10" Type="http://schemas.openxmlformats.org/officeDocument/2006/relationships/oleObject" Target="../embeddings/oleObject327.bin"/><Relationship Id="rId19" Type="http://schemas.openxmlformats.org/officeDocument/2006/relationships/image" Target="../media/image322.wmf"/><Relationship Id="rId4" Type="http://schemas.openxmlformats.org/officeDocument/2006/relationships/oleObject" Target="../embeddings/oleObject325.bin"/><Relationship Id="rId9" Type="http://schemas.openxmlformats.org/officeDocument/2006/relationships/image" Target="../media/image317.wmf"/><Relationship Id="rId14" Type="http://schemas.openxmlformats.org/officeDocument/2006/relationships/oleObject" Target="../embeddings/oleObject329.bin"/><Relationship Id="rId22" Type="http://schemas.openxmlformats.org/officeDocument/2006/relationships/oleObject" Target="../embeddings/oleObject332.bin"/><Relationship Id="rId27" Type="http://schemas.openxmlformats.org/officeDocument/2006/relationships/image" Target="../media/image326.wmf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8.bin"/><Relationship Id="rId3" Type="http://schemas.openxmlformats.org/officeDocument/2006/relationships/image" Target="../media/image327.wmf"/><Relationship Id="rId7" Type="http://schemas.openxmlformats.org/officeDocument/2006/relationships/image" Target="../media/image328.wmf"/><Relationship Id="rId2" Type="http://schemas.openxmlformats.org/officeDocument/2006/relationships/oleObject" Target="../embeddings/oleObject33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37.bin"/><Relationship Id="rId5" Type="http://schemas.openxmlformats.org/officeDocument/2006/relationships/image" Target="../media/image63.wmf"/><Relationship Id="rId10" Type="http://schemas.openxmlformats.org/officeDocument/2006/relationships/image" Target="../media/image320.wmf"/><Relationship Id="rId4" Type="http://schemas.openxmlformats.org/officeDocument/2006/relationships/oleObject" Target="../embeddings/oleObject336.bin"/><Relationship Id="rId9" Type="http://schemas.openxmlformats.org/officeDocument/2006/relationships/image" Target="../media/image329.w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2.png"/><Relationship Id="rId13" Type="http://schemas.openxmlformats.org/officeDocument/2006/relationships/oleObject" Target="../embeddings/oleObject343.bin"/><Relationship Id="rId3" Type="http://schemas.openxmlformats.org/officeDocument/2006/relationships/image" Target="../media/image330.wmf"/><Relationship Id="rId7" Type="http://schemas.openxmlformats.org/officeDocument/2006/relationships/image" Target="../media/image321.wmf"/><Relationship Id="rId12" Type="http://schemas.openxmlformats.org/officeDocument/2006/relationships/image" Target="../media/image334.wmf"/><Relationship Id="rId2" Type="http://schemas.openxmlformats.org/officeDocument/2006/relationships/oleObject" Target="../embeddings/oleObject339.bin"/><Relationship Id="rId16" Type="http://schemas.openxmlformats.org/officeDocument/2006/relationships/image" Target="../media/image3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wmf"/><Relationship Id="rId11" Type="http://schemas.openxmlformats.org/officeDocument/2006/relationships/oleObject" Target="../embeddings/oleObject342.bin"/><Relationship Id="rId5" Type="http://schemas.openxmlformats.org/officeDocument/2006/relationships/image" Target="../media/image331.wmf"/><Relationship Id="rId15" Type="http://schemas.openxmlformats.org/officeDocument/2006/relationships/oleObject" Target="../embeddings/oleObject344.bin"/><Relationship Id="rId10" Type="http://schemas.openxmlformats.org/officeDocument/2006/relationships/image" Target="../media/image333.wmf"/><Relationship Id="rId4" Type="http://schemas.openxmlformats.org/officeDocument/2006/relationships/oleObject" Target="../embeddings/oleObject340.bin"/><Relationship Id="rId9" Type="http://schemas.openxmlformats.org/officeDocument/2006/relationships/oleObject" Target="../embeddings/oleObject341.bin"/><Relationship Id="rId14" Type="http://schemas.openxmlformats.org/officeDocument/2006/relationships/image" Target="../media/image335.w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9.wmf"/><Relationship Id="rId13" Type="http://schemas.openxmlformats.org/officeDocument/2006/relationships/oleObject" Target="../embeddings/oleObject350.bin"/><Relationship Id="rId18" Type="http://schemas.openxmlformats.org/officeDocument/2006/relationships/image" Target="../media/image344.wmf"/><Relationship Id="rId3" Type="http://schemas.openxmlformats.org/officeDocument/2006/relationships/oleObject" Target="../embeddings/oleObject345.bin"/><Relationship Id="rId7" Type="http://schemas.openxmlformats.org/officeDocument/2006/relationships/oleObject" Target="../embeddings/oleObject347.bin"/><Relationship Id="rId12" Type="http://schemas.openxmlformats.org/officeDocument/2006/relationships/image" Target="../media/image341.wmf"/><Relationship Id="rId17" Type="http://schemas.openxmlformats.org/officeDocument/2006/relationships/oleObject" Target="../embeddings/oleObject352.bin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43.wmf"/><Relationship Id="rId20" Type="http://schemas.openxmlformats.org/officeDocument/2006/relationships/image" Target="../media/image34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8.wmf"/><Relationship Id="rId11" Type="http://schemas.openxmlformats.org/officeDocument/2006/relationships/oleObject" Target="../embeddings/oleObject349.bin"/><Relationship Id="rId5" Type="http://schemas.openxmlformats.org/officeDocument/2006/relationships/oleObject" Target="../embeddings/oleObject346.bin"/><Relationship Id="rId15" Type="http://schemas.openxmlformats.org/officeDocument/2006/relationships/oleObject" Target="../embeddings/oleObject351.bin"/><Relationship Id="rId10" Type="http://schemas.openxmlformats.org/officeDocument/2006/relationships/image" Target="../media/image340.wmf"/><Relationship Id="rId19" Type="http://schemas.openxmlformats.org/officeDocument/2006/relationships/oleObject" Target="../embeddings/oleObject353.bin"/><Relationship Id="rId4" Type="http://schemas.openxmlformats.org/officeDocument/2006/relationships/image" Target="../media/image337.wmf"/><Relationship Id="rId9" Type="http://schemas.openxmlformats.org/officeDocument/2006/relationships/oleObject" Target="../embeddings/oleObject348.bin"/><Relationship Id="rId14" Type="http://schemas.openxmlformats.org/officeDocument/2006/relationships/image" Target="../media/image342.wmf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9.wmf"/><Relationship Id="rId3" Type="http://schemas.openxmlformats.org/officeDocument/2006/relationships/oleObject" Target="../embeddings/oleObject354.bin"/><Relationship Id="rId7" Type="http://schemas.openxmlformats.org/officeDocument/2006/relationships/oleObject" Target="../embeddings/oleObject356.bin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5" Type="http://schemas.openxmlformats.org/officeDocument/2006/relationships/oleObject" Target="../embeddings/oleObject355.bin"/><Relationship Id="rId10" Type="http://schemas.openxmlformats.org/officeDocument/2006/relationships/image" Target="../media/image350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57.bin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wmf"/><Relationship Id="rId13" Type="http://schemas.openxmlformats.org/officeDocument/2006/relationships/oleObject" Target="../embeddings/oleObject363.bin"/><Relationship Id="rId3" Type="http://schemas.openxmlformats.org/officeDocument/2006/relationships/oleObject" Target="../embeddings/oleObject358.bin"/><Relationship Id="rId7" Type="http://schemas.openxmlformats.org/officeDocument/2006/relationships/oleObject" Target="../embeddings/oleObject360.bin"/><Relationship Id="rId12" Type="http://schemas.openxmlformats.org/officeDocument/2006/relationships/image" Target="../media/image353.wmf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11" Type="http://schemas.openxmlformats.org/officeDocument/2006/relationships/oleObject" Target="../embeddings/oleObject362.bin"/><Relationship Id="rId5" Type="http://schemas.openxmlformats.org/officeDocument/2006/relationships/oleObject" Target="../embeddings/oleObject359.bin"/><Relationship Id="rId10" Type="http://schemas.openxmlformats.org/officeDocument/2006/relationships/image" Target="../media/image352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61.bin"/><Relationship Id="rId14" Type="http://schemas.openxmlformats.org/officeDocument/2006/relationships/image" Target="../media/image354.wmf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7.bin"/><Relationship Id="rId13" Type="http://schemas.openxmlformats.org/officeDocument/2006/relationships/image" Target="../media/image342.wmf"/><Relationship Id="rId18" Type="http://schemas.openxmlformats.org/officeDocument/2006/relationships/oleObject" Target="../embeddings/oleObject372.bin"/><Relationship Id="rId3" Type="http://schemas.openxmlformats.org/officeDocument/2006/relationships/image" Target="../media/image355.wmf"/><Relationship Id="rId21" Type="http://schemas.openxmlformats.org/officeDocument/2006/relationships/image" Target="../media/image363.wmf"/><Relationship Id="rId7" Type="http://schemas.openxmlformats.org/officeDocument/2006/relationships/image" Target="../media/image357.wmf"/><Relationship Id="rId12" Type="http://schemas.openxmlformats.org/officeDocument/2006/relationships/oleObject" Target="../embeddings/oleObject369.bin"/><Relationship Id="rId17" Type="http://schemas.openxmlformats.org/officeDocument/2006/relationships/image" Target="../media/image361.wmf"/><Relationship Id="rId2" Type="http://schemas.openxmlformats.org/officeDocument/2006/relationships/oleObject" Target="../embeddings/oleObject364.bin"/><Relationship Id="rId16" Type="http://schemas.openxmlformats.org/officeDocument/2006/relationships/oleObject" Target="../embeddings/oleObject371.bin"/><Relationship Id="rId20" Type="http://schemas.openxmlformats.org/officeDocument/2006/relationships/oleObject" Target="../embeddings/oleObject37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6.bin"/><Relationship Id="rId11" Type="http://schemas.openxmlformats.org/officeDocument/2006/relationships/image" Target="../media/image359.wmf"/><Relationship Id="rId5" Type="http://schemas.openxmlformats.org/officeDocument/2006/relationships/image" Target="../media/image356.wmf"/><Relationship Id="rId15" Type="http://schemas.openxmlformats.org/officeDocument/2006/relationships/image" Target="../media/image360.wmf"/><Relationship Id="rId10" Type="http://schemas.openxmlformats.org/officeDocument/2006/relationships/oleObject" Target="../embeddings/oleObject368.bin"/><Relationship Id="rId19" Type="http://schemas.openxmlformats.org/officeDocument/2006/relationships/image" Target="../media/image362.wmf"/><Relationship Id="rId4" Type="http://schemas.openxmlformats.org/officeDocument/2006/relationships/oleObject" Target="../embeddings/oleObject365.bin"/><Relationship Id="rId9" Type="http://schemas.openxmlformats.org/officeDocument/2006/relationships/image" Target="../media/image358.wmf"/><Relationship Id="rId14" Type="http://schemas.openxmlformats.org/officeDocument/2006/relationships/oleObject" Target="../embeddings/oleObject370.bin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6.bin"/><Relationship Id="rId3" Type="http://schemas.openxmlformats.org/officeDocument/2006/relationships/oleObject" Target="../embeddings/oleObject374.bin"/><Relationship Id="rId7" Type="http://schemas.openxmlformats.org/officeDocument/2006/relationships/image" Target="../media/image366.wmf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5.bin"/><Relationship Id="rId5" Type="http://schemas.openxmlformats.org/officeDocument/2006/relationships/image" Target="../media/image365.wmf"/><Relationship Id="rId4" Type="http://schemas.openxmlformats.org/officeDocument/2006/relationships/image" Target="../media/image364.wmf"/><Relationship Id="rId9" Type="http://schemas.openxmlformats.org/officeDocument/2006/relationships/image" Target="../media/image367.wmf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0.bin"/><Relationship Id="rId13" Type="http://schemas.openxmlformats.org/officeDocument/2006/relationships/image" Target="../media/image373.wmf"/><Relationship Id="rId18" Type="http://schemas.openxmlformats.org/officeDocument/2006/relationships/image" Target="../media/image375.wmf"/><Relationship Id="rId26" Type="http://schemas.openxmlformats.org/officeDocument/2006/relationships/image" Target="../media/image379.wmf"/><Relationship Id="rId3" Type="http://schemas.openxmlformats.org/officeDocument/2006/relationships/image" Target="../media/image368.wmf"/><Relationship Id="rId21" Type="http://schemas.openxmlformats.org/officeDocument/2006/relationships/oleObject" Target="../embeddings/oleObject387.bin"/><Relationship Id="rId7" Type="http://schemas.openxmlformats.org/officeDocument/2006/relationships/image" Target="../media/image370.wmf"/><Relationship Id="rId12" Type="http://schemas.openxmlformats.org/officeDocument/2006/relationships/oleObject" Target="../embeddings/oleObject382.bin"/><Relationship Id="rId17" Type="http://schemas.openxmlformats.org/officeDocument/2006/relationships/oleObject" Target="../embeddings/oleObject385.bin"/><Relationship Id="rId25" Type="http://schemas.openxmlformats.org/officeDocument/2006/relationships/oleObject" Target="../embeddings/oleObject389.bin"/><Relationship Id="rId2" Type="http://schemas.openxmlformats.org/officeDocument/2006/relationships/oleObject" Target="../embeddings/oleObject377.bin"/><Relationship Id="rId16" Type="http://schemas.openxmlformats.org/officeDocument/2006/relationships/image" Target="../media/image374.wmf"/><Relationship Id="rId20" Type="http://schemas.openxmlformats.org/officeDocument/2006/relationships/image" Target="../media/image376.wmf"/><Relationship Id="rId29" Type="http://schemas.openxmlformats.org/officeDocument/2006/relationships/oleObject" Target="../embeddings/oleObject39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9.bin"/><Relationship Id="rId11" Type="http://schemas.openxmlformats.org/officeDocument/2006/relationships/image" Target="../media/image372.wmf"/><Relationship Id="rId24" Type="http://schemas.openxmlformats.org/officeDocument/2006/relationships/image" Target="../media/image378.wmf"/><Relationship Id="rId32" Type="http://schemas.openxmlformats.org/officeDocument/2006/relationships/image" Target="../media/image382.wmf"/><Relationship Id="rId5" Type="http://schemas.openxmlformats.org/officeDocument/2006/relationships/image" Target="../media/image369.wmf"/><Relationship Id="rId15" Type="http://schemas.openxmlformats.org/officeDocument/2006/relationships/oleObject" Target="../embeddings/oleObject384.bin"/><Relationship Id="rId23" Type="http://schemas.openxmlformats.org/officeDocument/2006/relationships/oleObject" Target="../embeddings/oleObject388.bin"/><Relationship Id="rId28" Type="http://schemas.openxmlformats.org/officeDocument/2006/relationships/image" Target="../media/image380.wmf"/><Relationship Id="rId10" Type="http://schemas.openxmlformats.org/officeDocument/2006/relationships/oleObject" Target="../embeddings/oleObject381.bin"/><Relationship Id="rId19" Type="http://schemas.openxmlformats.org/officeDocument/2006/relationships/oleObject" Target="../embeddings/oleObject386.bin"/><Relationship Id="rId31" Type="http://schemas.openxmlformats.org/officeDocument/2006/relationships/oleObject" Target="../embeddings/oleObject392.bin"/><Relationship Id="rId4" Type="http://schemas.openxmlformats.org/officeDocument/2006/relationships/oleObject" Target="../embeddings/oleObject378.bin"/><Relationship Id="rId9" Type="http://schemas.openxmlformats.org/officeDocument/2006/relationships/image" Target="../media/image371.wmf"/><Relationship Id="rId14" Type="http://schemas.openxmlformats.org/officeDocument/2006/relationships/oleObject" Target="../embeddings/oleObject383.bin"/><Relationship Id="rId22" Type="http://schemas.openxmlformats.org/officeDocument/2006/relationships/image" Target="../media/image377.wmf"/><Relationship Id="rId27" Type="http://schemas.openxmlformats.org/officeDocument/2006/relationships/oleObject" Target="../embeddings/oleObject390.bin"/><Relationship Id="rId30" Type="http://schemas.openxmlformats.org/officeDocument/2006/relationships/image" Target="../media/image381.wmf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6.wmf"/><Relationship Id="rId3" Type="http://schemas.openxmlformats.org/officeDocument/2006/relationships/oleObject" Target="../embeddings/oleObject393.bin"/><Relationship Id="rId7" Type="http://schemas.openxmlformats.org/officeDocument/2006/relationships/oleObject" Target="../embeddings/oleObject395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5.wmf"/><Relationship Id="rId5" Type="http://schemas.openxmlformats.org/officeDocument/2006/relationships/oleObject" Target="../embeddings/oleObject394.bin"/><Relationship Id="rId4" Type="http://schemas.openxmlformats.org/officeDocument/2006/relationships/image" Target="../media/image384.wmf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8.wmf"/><Relationship Id="rId3" Type="http://schemas.openxmlformats.org/officeDocument/2006/relationships/oleObject" Target="../embeddings/oleObject396.bin"/><Relationship Id="rId7" Type="http://schemas.openxmlformats.org/officeDocument/2006/relationships/oleObject" Target="../embeddings/oleObject398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5" Type="http://schemas.openxmlformats.org/officeDocument/2006/relationships/oleObject" Target="../embeddings/oleObject397.bin"/><Relationship Id="rId4" Type="http://schemas.openxmlformats.org/officeDocument/2006/relationships/image" Target="../media/image384.w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9.wmf"/><Relationship Id="rId13" Type="http://schemas.openxmlformats.org/officeDocument/2006/relationships/oleObject" Target="../embeddings/oleObject404.bin"/><Relationship Id="rId3" Type="http://schemas.openxmlformats.org/officeDocument/2006/relationships/oleObject" Target="../embeddings/oleObject399.bin"/><Relationship Id="rId7" Type="http://schemas.openxmlformats.org/officeDocument/2006/relationships/oleObject" Target="../embeddings/oleObject401.bin"/><Relationship Id="rId12" Type="http://schemas.openxmlformats.org/officeDocument/2006/relationships/image" Target="../media/image390.wmf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11" Type="http://schemas.openxmlformats.org/officeDocument/2006/relationships/oleObject" Target="../embeddings/oleObject403.bin"/><Relationship Id="rId5" Type="http://schemas.openxmlformats.org/officeDocument/2006/relationships/oleObject" Target="../embeddings/oleObject400.bin"/><Relationship Id="rId10" Type="http://schemas.openxmlformats.org/officeDocument/2006/relationships/image" Target="../media/image388.wmf"/><Relationship Id="rId4" Type="http://schemas.openxmlformats.org/officeDocument/2006/relationships/image" Target="../media/image384.wmf"/><Relationship Id="rId9" Type="http://schemas.openxmlformats.org/officeDocument/2006/relationships/oleObject" Target="../embeddings/oleObject402.bin"/><Relationship Id="rId14" Type="http://schemas.openxmlformats.org/officeDocument/2006/relationships/image" Target="../media/image391.wmf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2.png"/><Relationship Id="rId3" Type="http://schemas.openxmlformats.org/officeDocument/2006/relationships/image" Target="../media/image407.png"/><Relationship Id="rId7" Type="http://schemas.openxmlformats.org/officeDocument/2006/relationships/image" Target="../media/image411.png"/><Relationship Id="rId12" Type="http://schemas.openxmlformats.org/officeDocument/2006/relationships/image" Target="../media/image394.png"/><Relationship Id="rId2" Type="http://schemas.openxmlformats.org/officeDocument/2006/relationships/image" Target="../media/image4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11" Type="http://schemas.openxmlformats.org/officeDocument/2006/relationships/image" Target="../media/image415.png"/><Relationship Id="rId5" Type="http://schemas.openxmlformats.org/officeDocument/2006/relationships/image" Target="../media/image396.png"/><Relationship Id="rId10" Type="http://schemas.openxmlformats.org/officeDocument/2006/relationships/image" Target="../media/image414.png"/><Relationship Id="rId4" Type="http://schemas.openxmlformats.org/officeDocument/2006/relationships/image" Target="../media/image395.png"/><Relationship Id="rId9" Type="http://schemas.openxmlformats.org/officeDocument/2006/relationships/image" Target="../media/image413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3.png"/><Relationship Id="rId13" Type="http://schemas.openxmlformats.org/officeDocument/2006/relationships/image" Target="../media/image399.png"/><Relationship Id="rId3" Type="http://schemas.openxmlformats.org/officeDocument/2006/relationships/image" Target="../media/image418.png"/><Relationship Id="rId7" Type="http://schemas.openxmlformats.org/officeDocument/2006/relationships/image" Target="../media/image422.png"/><Relationship Id="rId12" Type="http://schemas.openxmlformats.org/officeDocument/2006/relationships/image" Target="../media/image398.png"/><Relationship Id="rId2" Type="http://schemas.openxmlformats.org/officeDocument/2006/relationships/image" Target="../media/image4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1.png"/><Relationship Id="rId11" Type="http://schemas.openxmlformats.org/officeDocument/2006/relationships/image" Target="../media/image426.png"/><Relationship Id="rId5" Type="http://schemas.openxmlformats.org/officeDocument/2006/relationships/image" Target="../media/image420.png"/><Relationship Id="rId10" Type="http://schemas.openxmlformats.org/officeDocument/2006/relationships/image" Target="../media/image425.png"/><Relationship Id="rId4" Type="http://schemas.openxmlformats.org/officeDocument/2006/relationships/image" Target="../media/image419.png"/><Relationship Id="rId9" Type="http://schemas.openxmlformats.org/officeDocument/2006/relationships/image" Target="../media/image424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7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01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5" Type="http://schemas.openxmlformats.org/officeDocument/2006/relationships/image" Target="../media/image44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Relationship Id="rId14" Type="http://schemas.openxmlformats.org/officeDocument/2006/relationships/image" Target="../media/image44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3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8.emf"/><Relationship Id="rId5" Type="http://schemas.openxmlformats.org/officeDocument/2006/relationships/image" Target="../media/image405.png"/><Relationship Id="rId4" Type="http://schemas.openxmlformats.org/officeDocument/2006/relationships/image" Target="../media/image4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Distribuições de Probabilidade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5509BE4-1053-15BF-FC42-E92D75723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DD6368-627F-4D7B-9BB5-3C2B96B92F06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1981200" y="1852613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5" name="Group 4"/>
          <p:cNvGrpSpPr>
            <a:grpSpLocks/>
          </p:cNvGrpSpPr>
          <p:nvPr/>
        </p:nvGrpSpPr>
        <p:grpSpPr bwMode="auto">
          <a:xfrm>
            <a:off x="1109663" y="1773238"/>
            <a:ext cx="725487" cy="1028700"/>
            <a:chOff x="2688" y="3264"/>
            <a:chExt cx="576" cy="816"/>
          </a:xfrm>
        </p:grpSpPr>
        <p:sp>
          <p:nvSpPr>
            <p:cNvPr id="410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0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755650" y="1338263"/>
            <a:ext cx="6858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os seguintes experimentos:</a:t>
            </a:r>
          </a:p>
        </p:txBody>
      </p:sp>
      <p:pic>
        <p:nvPicPr>
          <p:cNvPr id="27" name="Picture 2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963" y="3141663"/>
            <a:ext cx="1163637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2232025" y="3246438"/>
            <a:ext cx="6553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partir de um mapa, 10 pontos são sorteados aleatoriamente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pontos pertencentes à classe floresta dentre os 10 escolhidos.</a:t>
            </a:r>
          </a:p>
        </p:txBody>
      </p:sp>
      <p:sp>
        <p:nvSpPr>
          <p:cNvPr id="48" name="Text Box 3"/>
          <p:cNvSpPr txBox="1">
            <a:spLocks noChangeArrowheads="1"/>
          </p:cNvSpPr>
          <p:nvPr/>
        </p:nvSpPr>
        <p:spPr bwMode="auto">
          <a:xfrm>
            <a:off x="865188" y="4508500"/>
            <a:ext cx="817130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esses dois experimentos têm em comum?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Um número fixo de elementos são escolhidos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escolha de um elemento não influencia a escolha do próximo (eventos independentes)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Cada elemento escolhido pertence ou não ao atributo (cor/classe) de interesse</a:t>
            </a:r>
          </a:p>
        </p:txBody>
      </p:sp>
      <p:sp>
        <p:nvSpPr>
          <p:cNvPr id="49" name="Text Box 3"/>
          <p:cNvSpPr txBox="1">
            <a:spLocks noChangeArrowheads="1"/>
          </p:cNvSpPr>
          <p:nvPr/>
        </p:nvSpPr>
        <p:spPr bwMode="auto">
          <a:xfrm>
            <a:off x="900113" y="5835650"/>
            <a:ext cx="78851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pode-se dizer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têm propriedades semelhantes, ou seja, seguem a mesma distribuição de probabilidade.</a:t>
            </a:r>
          </a:p>
        </p:txBody>
      </p:sp>
    </p:spTree>
    <p:extLst>
      <p:ext uri="{BB962C8B-B14F-4D97-AF65-F5344CB8AC3E}">
        <p14:creationId xmlns:p14="http://schemas.microsoft.com/office/powerpoint/2010/main" val="285637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0" grpId="0"/>
      <p:bldP spid="48" grpId="0" build="p"/>
      <p:bldP spid="4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Box 3"/>
          <p:cNvSpPr txBox="1">
            <a:spLocks noChangeArrowheads="1"/>
          </p:cNvSpPr>
          <p:nvPr/>
        </p:nvSpPr>
        <p:spPr bwMode="auto">
          <a:xfrm>
            <a:off x="4973152" y="5467527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Os parâmetros das distribuições</a:t>
            </a:r>
          </a:p>
        </p:txBody>
      </p:sp>
      <p:sp>
        <p:nvSpPr>
          <p:cNvPr id="54" name="Text Box 3"/>
          <p:cNvSpPr txBox="1">
            <a:spLocks noChangeArrowheads="1"/>
          </p:cNvSpPr>
          <p:nvPr/>
        </p:nvSpPr>
        <p:spPr bwMode="auto">
          <a:xfrm>
            <a:off x="4973152" y="5725120"/>
            <a:ext cx="41767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1111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média (medida de tendência central)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(medida de dispersão)</a:t>
            </a:r>
          </a:p>
        </p:txBody>
      </p:sp>
      <p:grpSp>
        <p:nvGrpSpPr>
          <p:cNvPr id="66560" name="Grupo 66559"/>
          <p:cNvGrpSpPr>
            <a:grpSpLocks/>
          </p:cNvGrpSpPr>
          <p:nvPr/>
        </p:nvGrpSpPr>
        <p:grpSpPr bwMode="auto">
          <a:xfrm>
            <a:off x="26986" y="1341438"/>
            <a:ext cx="4813302" cy="5446712"/>
            <a:chOff x="27294" y="1340768"/>
            <a:chExt cx="4813352" cy="5446800"/>
          </a:xfrm>
        </p:grpSpPr>
        <p:pic>
          <p:nvPicPr>
            <p:cNvPr id="5166" name="Imagem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3369" y="1340768"/>
              <a:ext cx="4617277" cy="5446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67" name="CaixaDeTexto 2"/>
            <p:cNvSpPr txBox="1">
              <a:spLocks noChangeArrowheads="1"/>
            </p:cNvSpPr>
            <p:nvPr/>
          </p:nvSpPr>
          <p:spPr bwMode="auto">
            <a:xfrm rot="16200000">
              <a:off x="-1029904" y="5357856"/>
              <a:ext cx="2376009" cy="261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Fonte: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Leemis</a:t>
              </a:r>
              <a:r>
                <a:rPr lang="pt-BR" altLang="pt-BR" sz="1100" dirty="0">
                  <a:latin typeface="Tahoma" panose="020B0604030504040204" pitchFamily="34" charset="0"/>
                </a:rPr>
                <a:t> e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McQueston</a:t>
              </a:r>
              <a:r>
                <a:rPr lang="pt-BR" altLang="pt-BR" sz="1100" dirty="0">
                  <a:latin typeface="Tahoma" panose="020B0604030504040204" pitchFamily="34" charset="0"/>
                </a:rPr>
                <a:t> (2008)</a:t>
              </a:r>
            </a:p>
          </p:txBody>
        </p:sp>
      </p:grp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38" y="1341438"/>
            <a:ext cx="4616450" cy="544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1C740-09BA-41E9-93A9-D40CC78C0159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5224463" y="2103438"/>
            <a:ext cx="1260475" cy="36036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Discreta</a:t>
            </a:r>
          </a:p>
        </p:txBody>
      </p:sp>
      <p:sp>
        <p:nvSpPr>
          <p:cNvPr id="6" name="Retângulo de cantos arredondados 5"/>
          <p:cNvSpPr/>
          <p:nvPr/>
        </p:nvSpPr>
        <p:spPr>
          <a:xfrm>
            <a:off x="7127875" y="2101850"/>
            <a:ext cx="1260475" cy="360363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Contínua</a:t>
            </a:r>
          </a:p>
        </p:txBody>
      </p:sp>
      <p:sp>
        <p:nvSpPr>
          <p:cNvPr id="5128" name="Text Box 3"/>
          <p:cNvSpPr txBox="1">
            <a:spLocks noChangeArrowheads="1"/>
          </p:cNvSpPr>
          <p:nvPr/>
        </p:nvSpPr>
        <p:spPr bwMode="auto">
          <a:xfrm>
            <a:off x="5148263" y="1406525"/>
            <a:ext cx="38882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Quantas funções que descrevem distribuições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existem?</a:t>
            </a:r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907" y="1471906"/>
            <a:chExt cx="4530672" cy="4671029"/>
          </a:xfrm>
        </p:grpSpPr>
        <p:sp>
          <p:nvSpPr>
            <p:cNvPr id="11" name="Retângulo 10"/>
            <p:cNvSpPr/>
            <p:nvPr/>
          </p:nvSpPr>
          <p:spPr>
            <a:xfrm>
              <a:off x="990574" y="1471906"/>
              <a:ext cx="709605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2" name="Retângulo de cantos arredondados 11"/>
            <p:cNvSpPr/>
            <p:nvPr/>
          </p:nvSpPr>
          <p:spPr>
            <a:xfrm>
              <a:off x="2324058" y="2498802"/>
              <a:ext cx="541332" cy="193634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3967102" y="1779816"/>
              <a:ext cx="849302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5" name="Retângulo 14"/>
            <p:cNvSpPr/>
            <p:nvPr/>
          </p:nvSpPr>
          <p:spPr>
            <a:xfrm>
              <a:off x="3209873" y="2060744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" name="Retângulo 15"/>
            <p:cNvSpPr/>
            <p:nvPr/>
          </p:nvSpPr>
          <p:spPr>
            <a:xfrm>
              <a:off x="4346510" y="2095662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288907" y="2367068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8" name="Retângulo 17"/>
            <p:cNvSpPr/>
            <p:nvPr/>
          </p:nvSpPr>
          <p:spPr>
            <a:xfrm>
              <a:off x="1147735" y="2444838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9" name="Retângulo de cantos arredondados 18"/>
            <p:cNvSpPr/>
            <p:nvPr/>
          </p:nvSpPr>
          <p:spPr>
            <a:xfrm>
              <a:off x="1077886" y="2716244"/>
              <a:ext cx="542919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0" name="Retângulo de cantos arredondados 19"/>
            <p:cNvSpPr/>
            <p:nvPr/>
          </p:nvSpPr>
          <p:spPr>
            <a:xfrm>
              <a:off x="2092286" y="3770122"/>
              <a:ext cx="541332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1" name="Retângulo de cantos arredondados 20"/>
            <p:cNvSpPr/>
            <p:nvPr/>
          </p:nvSpPr>
          <p:spPr>
            <a:xfrm>
              <a:off x="965174" y="4189134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2" name="Retângulo de cantos arredondados 21"/>
            <p:cNvSpPr/>
            <p:nvPr/>
          </p:nvSpPr>
          <p:spPr>
            <a:xfrm>
              <a:off x="996924" y="4581164"/>
              <a:ext cx="465133" cy="192048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2633618" y="1825844"/>
              <a:ext cx="473069" cy="19046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5" name="Retângulo de cantos arredondados 24"/>
            <p:cNvSpPr/>
            <p:nvPr/>
          </p:nvSpPr>
          <p:spPr>
            <a:xfrm>
              <a:off x="3459108" y="3424120"/>
              <a:ext cx="466720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8" name="Retângulo de cantos arredondados 27"/>
            <p:cNvSpPr/>
            <p:nvPr/>
          </p:nvSpPr>
          <p:spPr>
            <a:xfrm>
              <a:off x="2173248" y="4503393"/>
              <a:ext cx="542919" cy="193634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9" name="Retângulo de cantos arredondados 28"/>
            <p:cNvSpPr/>
            <p:nvPr/>
          </p:nvSpPr>
          <p:spPr>
            <a:xfrm>
              <a:off x="1462056" y="5589015"/>
              <a:ext cx="469895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1" name="Retângulo de cantos arredondados 30"/>
            <p:cNvSpPr/>
            <p:nvPr/>
          </p:nvSpPr>
          <p:spPr>
            <a:xfrm>
              <a:off x="4343335" y="5950888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33" name="Grupo 32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892" y="1471906"/>
            <a:chExt cx="4530687" cy="4671406"/>
          </a:xfrm>
        </p:grpSpPr>
        <p:sp>
          <p:nvSpPr>
            <p:cNvPr id="34" name="Retângulo 33"/>
            <p:cNvSpPr/>
            <p:nvPr/>
          </p:nvSpPr>
          <p:spPr>
            <a:xfrm>
              <a:off x="990561" y="1471906"/>
              <a:ext cx="709607" cy="188887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5" name="Retângulo de cantos arredondados 34"/>
            <p:cNvSpPr/>
            <p:nvPr/>
          </p:nvSpPr>
          <p:spPr>
            <a:xfrm>
              <a:off x="2324050" y="2498885"/>
              <a:ext cx="541333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>
            <a:xfrm>
              <a:off x="3209868" y="206079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>
            <a:xfrm>
              <a:off x="4346508" y="2095712"/>
              <a:ext cx="473071" cy="190475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2" name="Retângulo de cantos arredondados 41"/>
            <p:cNvSpPr/>
            <p:nvPr/>
          </p:nvSpPr>
          <p:spPr>
            <a:xfrm>
              <a:off x="1077873" y="2716345"/>
              <a:ext cx="542920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3" name="Retângulo de cantos arredondados 42"/>
            <p:cNvSpPr/>
            <p:nvPr/>
          </p:nvSpPr>
          <p:spPr>
            <a:xfrm>
              <a:off x="2092277" y="3770308"/>
              <a:ext cx="541333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4" name="Retângulo de cantos arredondados 43"/>
            <p:cNvSpPr/>
            <p:nvPr/>
          </p:nvSpPr>
          <p:spPr>
            <a:xfrm>
              <a:off x="965161" y="4189353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5" name="Retângulo de cantos arredondados 44"/>
            <p:cNvSpPr/>
            <p:nvPr/>
          </p:nvSpPr>
          <p:spPr>
            <a:xfrm>
              <a:off x="996911" y="4581415"/>
              <a:ext cx="465134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7" name="Retângulo 46"/>
            <p:cNvSpPr/>
            <p:nvPr/>
          </p:nvSpPr>
          <p:spPr>
            <a:xfrm>
              <a:off x="288892" y="2370314"/>
              <a:ext cx="473071" cy="187301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8" name="Retângulo 47"/>
            <p:cNvSpPr/>
            <p:nvPr/>
          </p:nvSpPr>
          <p:spPr>
            <a:xfrm>
              <a:off x="1147723" y="244174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9" name="Retângulo 48"/>
            <p:cNvSpPr/>
            <p:nvPr/>
          </p:nvSpPr>
          <p:spPr>
            <a:xfrm>
              <a:off x="3968686" y="1781428"/>
              <a:ext cx="850893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50" name="Retângulo de cantos arredondados 49"/>
            <p:cNvSpPr/>
            <p:nvPr/>
          </p:nvSpPr>
          <p:spPr>
            <a:xfrm>
              <a:off x="4343333" y="5951250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40" name="Text Box 3"/>
          <p:cNvSpPr txBox="1">
            <a:spLocks noChangeArrowheads="1"/>
          </p:cNvSpPr>
          <p:nvPr/>
        </p:nvSpPr>
        <p:spPr bwMode="auto">
          <a:xfrm>
            <a:off x="5116513" y="2620963"/>
            <a:ext cx="2011362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 Discreta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Bernoulli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 Negativa</a:t>
            </a:r>
          </a:p>
          <a:p>
            <a:pPr indent="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ou Pascal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Hipergeométrica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Poisson</a:t>
            </a:r>
          </a:p>
        </p:txBody>
      </p:sp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7034213" y="2620963"/>
            <a:ext cx="2082801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Normal ou Gaussiana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t de </a:t>
            </a:r>
            <a:r>
              <a:rPr lang="pt-BR" altLang="pt-BR" sz="1400" dirty="0" err="1">
                <a:latin typeface="Tahoma" panose="020B0604030504040204" pitchFamily="34" charset="0"/>
              </a:rPr>
              <a:t>Student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400" baseline="30000" dirty="0">
                <a:latin typeface="Arial" panose="020B0604020202020204" pitchFamily="34" charset="0"/>
                <a:cs typeface="Arial" panose="020B0604020202020204" pitchFamily="34" charset="0"/>
                <a:sym typeface="Symbol"/>
              </a:rPr>
              <a:t>2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F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Exponencial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Rayleigh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Gamma</a:t>
            </a:r>
          </a:p>
        </p:txBody>
      </p:sp>
      <p:sp>
        <p:nvSpPr>
          <p:cNvPr id="46" name="Text Box 3"/>
          <p:cNvSpPr txBox="1">
            <a:spLocks noChangeArrowheads="1"/>
          </p:cNvSpPr>
          <p:nvPr/>
        </p:nvSpPr>
        <p:spPr bwMode="auto">
          <a:xfrm>
            <a:off x="4967288" y="4724400"/>
            <a:ext cx="41767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é importante saber:</a:t>
            </a:r>
          </a:p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Tipo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(discreta ou contínua)</a:t>
            </a:r>
          </a:p>
        </p:txBody>
      </p:sp>
      <p:sp>
        <p:nvSpPr>
          <p:cNvPr id="51" name="Text Box 3"/>
          <p:cNvSpPr txBox="1">
            <a:spLocks noChangeArrowheads="1"/>
          </p:cNvSpPr>
          <p:nvPr/>
        </p:nvSpPr>
        <p:spPr bwMode="auto">
          <a:xfrm>
            <a:off x="4968875" y="5215886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Escopo da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(mínimo e máximo)</a:t>
            </a:r>
          </a:p>
        </p:txBody>
      </p:sp>
    </p:spTree>
    <p:extLst>
      <p:ext uri="{BB962C8B-B14F-4D97-AF65-F5344CB8AC3E}">
        <p14:creationId xmlns:p14="http://schemas.microsoft.com/office/powerpoint/2010/main" val="360436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build="p"/>
      <p:bldP spid="4" grpId="0" animBg="1"/>
      <p:bldP spid="6" grpId="0" animBg="1"/>
      <p:bldP spid="40" grpId="0"/>
      <p:bldP spid="41" grpId="0"/>
      <p:bldP spid="46" grpId="0" build="p"/>
      <p:bldP spid="5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62" name="Text Box 6"/>
          <p:cNvSpPr txBox="1">
            <a:spLocks noChangeArrowheads="1"/>
          </p:cNvSpPr>
          <p:nvPr/>
        </p:nvSpPr>
        <p:spPr bwMode="auto">
          <a:xfrm>
            <a:off x="847725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96281" name="Object 25"/>
          <p:cNvGraphicFramePr>
            <a:graphicFrameLocks noChangeAspect="1"/>
          </p:cNvGraphicFramePr>
          <p:nvPr/>
        </p:nvGraphicFramePr>
        <p:xfrm>
          <a:off x="1447800" y="4953000"/>
          <a:ext cx="200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" imgH="393529" progId="Equation.DSMT4">
                  <p:embed/>
                </p:oleObj>
              </mc:Choice>
              <mc:Fallback>
                <p:oleObj name="Equation" r:id="rId2" imgW="139639" imgH="393529" progId="Equation.DSMT4">
                  <p:embed/>
                  <p:pic>
                    <p:nvPicPr>
                      <p:cNvPr id="9628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4953000"/>
                        <a:ext cx="200025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61" name="Text Box 5"/>
          <p:cNvSpPr txBox="1">
            <a:spLocks noChangeArrowheads="1"/>
          </p:cNvSpPr>
          <p:nvPr/>
        </p:nvSpPr>
        <p:spPr bwMode="auto">
          <a:xfrm>
            <a:off x="838200" y="3344863"/>
            <a:ext cx="8001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1) =</a:t>
            </a:r>
            <a:r>
              <a:rPr lang="pt-BR" altLang="pt-BR" sz="1600">
                <a:latin typeface="Times New Roman" pitchFamily="18" charset="0"/>
              </a:rPr>
              <a:t>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6) = 1/6</a:t>
            </a:r>
          </a:p>
        </p:txBody>
      </p:sp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96260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</a:t>
            </a:r>
          </a:p>
        </p:txBody>
      </p:sp>
      <p:graphicFrame>
        <p:nvGraphicFramePr>
          <p:cNvPr id="96264" name="Object 8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3112" imgH="393529" progId="Equation.DSMT4">
                  <p:embed/>
                </p:oleObj>
              </mc:Choice>
              <mc:Fallback>
                <p:oleObj name="Equation" r:id="rId4" imgW="203112" imgH="393529" progId="Equation.DSMT4">
                  <p:embed/>
                  <p:pic>
                    <p:nvPicPr>
                      <p:cNvPr id="9626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5" name="Object 9"/>
          <p:cNvGraphicFramePr>
            <a:graphicFrameLocks noChangeAspect="1"/>
          </p:cNvGraphicFramePr>
          <p:nvPr/>
        </p:nvGraphicFramePr>
        <p:xfrm>
          <a:off x="838200" y="5705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9626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705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6" name="Object 10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31800" progId="Equation.DSMT4">
                  <p:embed/>
                </p:oleObj>
              </mc:Choice>
              <mc:Fallback>
                <p:oleObj name="Equation" r:id="rId8" imgW="1384300" imgH="431800" progId="Equation.DSMT4">
                  <p:embed/>
                  <p:pic>
                    <p:nvPicPr>
                      <p:cNvPr id="96266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4167188" y="2803525"/>
            <a:ext cx="1520825" cy="641350"/>
            <a:chOff x="2640" y="1776"/>
            <a:chExt cx="958" cy="404"/>
          </a:xfrm>
        </p:grpSpPr>
        <p:sp>
          <p:nvSpPr>
            <p:cNvPr id="4119" name="Oval 11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20" name="Object 13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17225" imgH="393359" progId="Equation.DSMT4">
                    <p:embed/>
                  </p:oleObj>
                </mc:Choice>
                <mc:Fallback>
                  <p:oleObj name="Equation" r:id="rId10" imgW="317225" imgH="393359" progId="Equation.DSMT4">
                    <p:embed/>
                    <p:pic>
                      <p:nvPicPr>
                        <p:cNvPr id="412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1" name="Object 15"/>
          <p:cNvGraphicFramePr>
            <a:graphicFrameLocks noChangeAspect="1"/>
          </p:cNvGraphicFramePr>
          <p:nvPr/>
        </p:nvGraphicFramePr>
        <p:xfrm>
          <a:off x="3116263" y="3348038"/>
          <a:ext cx="1416050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90170" imgH="431613" progId="Equation.DSMT4">
                  <p:embed/>
                </p:oleObj>
              </mc:Choice>
              <mc:Fallback>
                <p:oleObj name="Equation" r:id="rId12" imgW="990170" imgH="431613" progId="Equation.DSMT4">
                  <p:embed/>
                  <p:pic>
                    <p:nvPicPr>
                      <p:cNvPr id="9627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348038"/>
                        <a:ext cx="1416050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4014788" y="3352800"/>
            <a:ext cx="1620837" cy="841375"/>
            <a:chOff x="2544" y="2112"/>
            <a:chExt cx="1021" cy="530"/>
          </a:xfrm>
        </p:grpSpPr>
        <p:sp>
          <p:nvSpPr>
            <p:cNvPr id="4117" name="Oval 16"/>
            <p:cNvSpPr>
              <a:spLocks noChangeArrowheads="1"/>
            </p:cNvSpPr>
            <p:nvPr/>
          </p:nvSpPr>
          <p:spPr bwMode="auto">
            <a:xfrm>
              <a:off x="2544" y="2112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18" name="Object 17"/>
            <p:cNvGraphicFramePr>
              <a:graphicFrameLocks noChangeAspect="1"/>
            </p:cNvGraphicFramePr>
            <p:nvPr/>
          </p:nvGraphicFramePr>
          <p:xfrm>
            <a:off x="2890" y="2286"/>
            <a:ext cx="675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748975" imgH="393529" progId="Equation.DSMT4">
                    <p:embed/>
                  </p:oleObj>
                </mc:Choice>
                <mc:Fallback>
                  <p:oleObj name="Equation" r:id="rId14" imgW="748975" imgH="393529" progId="Equation.DSMT4">
                    <p:embed/>
                    <p:pic>
                      <p:nvPicPr>
                        <p:cNvPr id="4118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2286"/>
                          <a:ext cx="675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5" name="Object 19"/>
          <p:cNvGraphicFramePr>
            <a:graphicFrameLocks noChangeAspect="1"/>
          </p:cNvGraphicFramePr>
          <p:nvPr/>
        </p:nvGraphicFramePr>
        <p:xfrm>
          <a:off x="3116263" y="400685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07532" imgH="393529" progId="Equation.DSMT4">
                  <p:embed/>
                </p:oleObj>
              </mc:Choice>
              <mc:Fallback>
                <p:oleObj name="Equation" r:id="rId16" imgW="1307532" imgH="393529" progId="Equation.DSMT4">
                  <p:embed/>
                  <p:pic>
                    <p:nvPicPr>
                      <p:cNvPr id="9627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00685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3886200" y="4078288"/>
            <a:ext cx="433388" cy="417512"/>
            <a:chOff x="2448" y="2569"/>
            <a:chExt cx="273" cy="263"/>
          </a:xfrm>
        </p:grpSpPr>
        <p:sp>
          <p:nvSpPr>
            <p:cNvPr id="4115" name="Line 20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16" name="Line 21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6279" name="Object 23"/>
          <p:cNvGraphicFramePr>
            <a:graphicFrameLocks noChangeAspect="1"/>
          </p:cNvGraphicFramePr>
          <p:nvPr/>
        </p:nvGraphicFramePr>
        <p:xfrm>
          <a:off x="3116263" y="472440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9627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2440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80" name="Rectangle 24"/>
          <p:cNvSpPr>
            <a:spLocks noChangeArrowheads="1"/>
          </p:cNvSpPr>
          <p:nvPr/>
        </p:nvSpPr>
        <p:spPr bwMode="auto">
          <a:xfrm>
            <a:off x="3048000" y="4648200"/>
            <a:ext cx="1447800" cy="6858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E77492-FDD9-404B-AF01-82BF365CBFDA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2" grpId="0" autoUpdateAnimBg="0"/>
      <p:bldP spid="96261" grpId="0" build="p" autoUpdateAnimBg="0"/>
      <p:bldP spid="96260" grpId="0" build="p" autoUpdateAnimBg="0"/>
      <p:bldP spid="9628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5123" name="Text Box 5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5124" name="Text Box 6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5125" name="Object 7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512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6" name="Object 23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512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7306" name="Object 26"/>
          <p:cNvGraphicFramePr>
            <a:graphicFrameLocks noChangeAspect="1"/>
          </p:cNvGraphicFramePr>
          <p:nvPr/>
        </p:nvGraphicFramePr>
        <p:xfrm>
          <a:off x="3124200" y="3286125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9730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86125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10063" y="3367088"/>
            <a:ext cx="1520825" cy="641350"/>
            <a:chOff x="2640" y="1776"/>
            <a:chExt cx="958" cy="404"/>
          </a:xfrm>
        </p:grpSpPr>
        <p:sp>
          <p:nvSpPr>
            <p:cNvPr id="5141" name="Oval 28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2" name="Object 29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225" imgH="393359" progId="Equation.DSMT4">
                    <p:embed/>
                  </p:oleObj>
                </mc:Choice>
                <mc:Fallback>
                  <p:oleObj name="Equation" r:id="rId8" imgW="317225" imgH="393359" progId="Equation.DSMT4">
                    <p:embed/>
                    <p:pic>
                      <p:nvPicPr>
                        <p:cNvPr id="5142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0" name="Object 30"/>
          <p:cNvGraphicFramePr>
            <a:graphicFrameLocks noChangeAspect="1"/>
          </p:cNvGraphicFramePr>
          <p:nvPr/>
        </p:nvGraphicFramePr>
        <p:xfrm>
          <a:off x="3124200" y="3911600"/>
          <a:ext cx="1597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600" imgH="431800" progId="Equation.DSMT4">
                  <p:embed/>
                </p:oleObj>
              </mc:Choice>
              <mc:Fallback>
                <p:oleObj name="Equation" r:id="rId10" imgW="1117600" imgH="431800" progId="Equation.DSMT4">
                  <p:embed/>
                  <p:pic>
                    <p:nvPicPr>
                      <p:cNvPr id="9731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11600"/>
                        <a:ext cx="1597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4138613" y="3884613"/>
            <a:ext cx="2346325" cy="841375"/>
            <a:chOff x="2554" y="2403"/>
            <a:chExt cx="1478" cy="530"/>
          </a:xfrm>
        </p:grpSpPr>
        <p:sp>
          <p:nvSpPr>
            <p:cNvPr id="5139" name="Oval 32"/>
            <p:cNvSpPr>
              <a:spLocks noChangeArrowheads="1"/>
            </p:cNvSpPr>
            <p:nvPr/>
          </p:nvSpPr>
          <p:spPr bwMode="auto">
            <a:xfrm>
              <a:off x="2554" y="2403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0" name="Object 33"/>
            <p:cNvGraphicFramePr>
              <a:graphicFrameLocks noChangeAspect="1"/>
            </p:cNvGraphicFramePr>
            <p:nvPr/>
          </p:nvGraphicFramePr>
          <p:xfrm>
            <a:off x="2899" y="2577"/>
            <a:ext cx="1133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256755" imgH="393529" progId="Equation.DSMT4">
                    <p:embed/>
                  </p:oleObj>
                </mc:Choice>
                <mc:Fallback>
                  <p:oleObj name="Equation" r:id="rId12" imgW="1256755" imgH="393529" progId="Equation.DSMT4">
                    <p:embed/>
                    <p:pic>
                      <p:nvPicPr>
                        <p:cNvPr id="514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9" y="2577"/>
                          <a:ext cx="1133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6" name="Object 36"/>
          <p:cNvGraphicFramePr>
            <a:graphicFrameLocks noChangeAspect="1"/>
          </p:cNvGraphicFramePr>
          <p:nvPr/>
        </p:nvGraphicFramePr>
        <p:xfrm>
          <a:off x="3124200" y="4684713"/>
          <a:ext cx="2686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879600" imgH="393700" progId="Equation.DSMT4">
                  <p:embed/>
                </p:oleObj>
              </mc:Choice>
              <mc:Fallback>
                <p:oleObj name="Equation" r:id="rId14" imgW="1879600" imgH="393700" progId="Equation.DSMT4">
                  <p:embed/>
                  <p:pic>
                    <p:nvPicPr>
                      <p:cNvPr id="9731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84713"/>
                        <a:ext cx="2686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3973513" y="4765675"/>
            <a:ext cx="433387" cy="417513"/>
            <a:chOff x="2448" y="2569"/>
            <a:chExt cx="273" cy="263"/>
          </a:xfrm>
        </p:grpSpPr>
        <p:sp>
          <p:nvSpPr>
            <p:cNvPr id="5137" name="Line 38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38" name="Line 39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7320" name="Object 40"/>
          <p:cNvGraphicFramePr>
            <a:graphicFrameLocks noChangeAspect="1"/>
          </p:cNvGraphicFramePr>
          <p:nvPr/>
        </p:nvGraphicFramePr>
        <p:xfrm>
          <a:off x="3124200" y="5343525"/>
          <a:ext cx="22494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74800" imgH="393700" progId="Equation.DSMT4">
                  <p:embed/>
                </p:oleObj>
              </mc:Choice>
              <mc:Fallback>
                <p:oleObj name="Equation" r:id="rId16" imgW="1574800" imgH="393700" progId="Equation.DSMT4">
                  <p:embed/>
                  <p:pic>
                    <p:nvPicPr>
                      <p:cNvPr id="9732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343525"/>
                        <a:ext cx="22494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4" name="Object 41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5134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C52152-266E-4B7D-9E7D-CABB101FC7A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6149" name="Object 6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6149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8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61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1" name="Object 21"/>
          <p:cNvGraphicFramePr>
            <a:graphicFrameLocks noChangeAspect="1"/>
          </p:cNvGraphicFramePr>
          <p:nvPr/>
        </p:nvGraphicFramePr>
        <p:xfrm>
          <a:off x="3124200" y="3259138"/>
          <a:ext cx="3265488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6000" imgH="419100" progId="Equation.DSMT4">
                  <p:embed/>
                </p:oleObj>
              </mc:Choice>
              <mc:Fallback>
                <p:oleObj name="Equation" r:id="rId6" imgW="2286000" imgH="419100" progId="Equation.DSMT4">
                  <p:embed/>
                  <p:pic>
                    <p:nvPicPr>
                      <p:cNvPr id="615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59138"/>
                        <a:ext cx="3265488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6" name="Object 22"/>
          <p:cNvGraphicFramePr>
            <a:graphicFrameLocks noChangeAspect="1"/>
          </p:cNvGraphicFramePr>
          <p:nvPr/>
        </p:nvGraphicFramePr>
        <p:xfrm>
          <a:off x="3124200" y="3905250"/>
          <a:ext cx="339248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74900" imgH="431800" progId="Equation.DSMT4">
                  <p:embed/>
                </p:oleObj>
              </mc:Choice>
              <mc:Fallback>
                <p:oleObj name="Equation" r:id="rId8" imgW="2374900" imgH="431800" progId="Equation.DSMT4">
                  <p:embed/>
                  <p:pic>
                    <p:nvPicPr>
                      <p:cNvPr id="9832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05250"/>
                        <a:ext cx="3392488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7" name="Object 23"/>
          <p:cNvGraphicFramePr>
            <a:graphicFrameLocks noChangeAspect="1"/>
          </p:cNvGraphicFramePr>
          <p:nvPr/>
        </p:nvGraphicFramePr>
        <p:xfrm>
          <a:off x="3124200" y="4572000"/>
          <a:ext cx="31924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235200" imgH="431800" progId="Equation.DSMT4">
                  <p:embed/>
                </p:oleObj>
              </mc:Choice>
              <mc:Fallback>
                <p:oleObj name="Equation" r:id="rId10" imgW="2235200" imgH="431800" progId="Equation.DSMT4">
                  <p:embed/>
                  <p:pic>
                    <p:nvPicPr>
                      <p:cNvPr id="9832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572000"/>
                        <a:ext cx="3192463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8" name="Object 24"/>
          <p:cNvGraphicFramePr>
            <a:graphicFrameLocks noChangeAspect="1"/>
          </p:cNvGraphicFramePr>
          <p:nvPr/>
        </p:nvGraphicFramePr>
        <p:xfrm>
          <a:off x="3124200" y="5199063"/>
          <a:ext cx="2230438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62100" imgH="393700" progId="Equation.DSMT4">
                  <p:embed/>
                </p:oleObj>
              </mc:Choice>
              <mc:Fallback>
                <p:oleObj name="Equation" r:id="rId12" imgW="1562100" imgH="393700" progId="Equation.DSMT4">
                  <p:embed/>
                  <p:pic>
                    <p:nvPicPr>
                      <p:cNvPr id="9832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199063"/>
                        <a:ext cx="2230438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9" name="Object 25"/>
          <p:cNvGraphicFramePr>
            <a:graphicFrameLocks noChangeAspect="1"/>
          </p:cNvGraphicFramePr>
          <p:nvPr/>
        </p:nvGraphicFramePr>
        <p:xfrm>
          <a:off x="3124200" y="5791200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19100" progId="Equation.DSMT4">
                  <p:embed/>
                </p:oleObj>
              </mc:Choice>
              <mc:Fallback>
                <p:oleObj name="Equation" r:id="rId14" imgW="1066800" imgH="419100" progId="Equation.DSMT4">
                  <p:embed/>
                  <p:pic>
                    <p:nvPicPr>
                      <p:cNvPr id="9832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791200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30" name="Rectangle 26"/>
          <p:cNvSpPr>
            <a:spLocks noChangeArrowheads="1"/>
          </p:cNvSpPr>
          <p:nvPr/>
        </p:nvSpPr>
        <p:spPr bwMode="auto">
          <a:xfrm>
            <a:off x="3048000" y="5715000"/>
            <a:ext cx="16764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6157" name="Object 27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01309" imgH="393529" progId="Equation.DSMT4">
                  <p:embed/>
                </p:oleObj>
              </mc:Choice>
              <mc:Fallback>
                <p:oleObj name="Equation" r:id="rId16" imgW="901309" imgH="393529" progId="Equation.DSMT4">
                  <p:embed/>
                  <p:pic>
                    <p:nvPicPr>
                      <p:cNvPr id="615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3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16" name="Text Box 4"/>
          <p:cNvSpPr txBox="1">
            <a:spLocks noChangeArrowheads="1"/>
          </p:cNvSpPr>
          <p:nvPr/>
        </p:nvSpPr>
        <p:spPr bwMode="auto">
          <a:xfrm>
            <a:off x="611560" y="3793604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</p:txBody>
      </p:sp>
      <p:graphicFrame>
        <p:nvGraphicFramePr>
          <p:cNvPr id="17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8525098"/>
              </p:ext>
            </p:extLst>
          </p:nvPr>
        </p:nvGraphicFramePr>
        <p:xfrm>
          <a:off x="1968873" y="4873724"/>
          <a:ext cx="170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800" imgH="393700" progId="Equation.DSMT4">
                  <p:embed/>
                </p:oleObj>
              </mc:Choice>
              <mc:Fallback>
                <p:oleObj name="Equation" r:id="rId2" imgW="1193800" imgH="393700" progId="Equation.DSMT4">
                  <p:embed/>
                  <p:pic>
                    <p:nvPicPr>
                      <p:cNvPr id="1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873" y="4873724"/>
                        <a:ext cx="170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5316007"/>
              </p:ext>
            </p:extLst>
          </p:nvPr>
        </p:nvGraphicFramePr>
        <p:xfrm>
          <a:off x="4621585" y="4883249"/>
          <a:ext cx="20685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47172" imgH="393529" progId="Equation.DSMT4">
                  <p:embed/>
                </p:oleObj>
              </mc:Choice>
              <mc:Fallback>
                <p:oleObj name="Equation" r:id="rId4" imgW="1447172" imgH="393529" progId="Equation.DSMT4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883249"/>
                        <a:ext cx="20685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6611284"/>
              </p:ext>
            </p:extLst>
          </p:nvPr>
        </p:nvGraphicFramePr>
        <p:xfrm>
          <a:off x="4621585" y="4226457"/>
          <a:ext cx="8524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96641" imgH="393529" progId="Equation.DSMT4">
                  <p:embed/>
                </p:oleObj>
              </mc:Choice>
              <mc:Fallback>
                <p:oleObj name="Equation" r:id="rId6" imgW="596641" imgH="393529" progId="Equation.DSMT4">
                  <p:embed/>
                  <p:pic>
                    <p:nvPicPr>
                      <p:cNvPr id="1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226457"/>
                        <a:ext cx="8524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ctangle 20"/>
          <p:cNvSpPr>
            <a:spLocks noChangeArrowheads="1"/>
          </p:cNvSpPr>
          <p:nvPr/>
        </p:nvSpPr>
        <p:spPr bwMode="auto">
          <a:xfrm>
            <a:off x="1968873" y="4340757"/>
            <a:ext cx="14160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{1, 2, ..., 6}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11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6"/>
          <p:cNvSpPr>
            <a:spLocks noChangeArrowheads="1"/>
          </p:cNvSpPr>
          <p:nvPr/>
        </p:nvSpPr>
        <p:spPr bwMode="auto">
          <a:xfrm>
            <a:off x="329258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" name="Rectangle 26"/>
          <p:cNvSpPr>
            <a:spLocks noChangeArrowheads="1"/>
          </p:cNvSpPr>
          <p:nvPr/>
        </p:nvSpPr>
        <p:spPr bwMode="auto">
          <a:xfrm>
            <a:off x="621970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65526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5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/>
              <p:cNvSpPr txBox="1"/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CaixaDeTexto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841375" y="3573016"/>
            <a:ext cx="805110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consecutivos de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+1,…,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blipFill>
                <a:blip r:embed="rId9"/>
                <a:stretch>
                  <a:fillRect l="-1437" r="-2299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/>
              <p:cNvSpPr txBox="1"/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2" name="CaixaDeTexto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blipFill>
                <a:blip r:embed="rId10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CaixaDeTexto 32"/>
              <p:cNvSpPr txBox="1"/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33" name="CaixaDeTexto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ixaDeTexto 33"/>
              <p:cNvSpPr txBox="1"/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4" name="CaixaDeTexto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63577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1" grpId="0"/>
      <p:bldP spid="32" grpId="0"/>
      <p:bldP spid="33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2625448" y="2903458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288175" y="2564904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307955" y="4653136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072412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411760" y="3347697"/>
            <a:ext cx="1080120" cy="936104"/>
            <a:chOff x="2559968" y="3361184"/>
            <a:chExt cx="1080120" cy="936104"/>
          </a:xfrm>
        </p:grpSpPr>
        <p:cxnSp>
          <p:nvCxnSpPr>
            <p:cNvPr id="7" name="Conector reto 6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to 29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upo 30"/>
          <p:cNvGrpSpPr/>
          <p:nvPr/>
        </p:nvGrpSpPr>
        <p:grpSpPr>
          <a:xfrm>
            <a:off x="5652120" y="3347697"/>
            <a:ext cx="1080120" cy="936104"/>
            <a:chOff x="2559968" y="3361184"/>
            <a:chExt cx="1080120" cy="936104"/>
          </a:xfrm>
        </p:grpSpPr>
        <p:cxnSp>
          <p:nvCxnSpPr>
            <p:cNvPr id="32" name="Conector reto 31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to 32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652701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graphicFrame>
        <p:nvGraphicFramePr>
          <p:cNvPr id="99335" name="Object 7"/>
          <p:cNvGraphicFramePr>
            <a:graphicFrameLocks noChangeAspect="1"/>
          </p:cNvGraphicFramePr>
          <p:nvPr/>
        </p:nvGraphicFramePr>
        <p:xfrm>
          <a:off x="5040313" y="3284612"/>
          <a:ext cx="1287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01309" imgH="393529" progId="Equation.DSMT4">
                  <p:embed/>
                </p:oleObj>
              </mc:Choice>
              <mc:Fallback>
                <p:oleObj name="Equation" r:id="rId2" imgW="901309" imgH="393529" progId="Equation.DSMT4">
                  <p:embed/>
                  <p:pic>
                    <p:nvPicPr>
                      <p:cNvPr id="9933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284612"/>
                        <a:ext cx="1287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41" name="Object 13"/>
          <p:cNvGraphicFramePr>
            <a:graphicFrameLocks noChangeAspect="1"/>
          </p:cNvGraphicFramePr>
          <p:nvPr/>
        </p:nvGraphicFramePr>
        <p:xfrm>
          <a:off x="5040313" y="3970412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800" imgH="419100" progId="Equation.DSMT4">
                  <p:embed/>
                </p:oleObj>
              </mc:Choice>
              <mc:Fallback>
                <p:oleObj name="Equation" r:id="rId4" imgW="1066800" imgH="419100" progId="Equation.DSMT4">
                  <p:embed/>
                  <p:pic>
                    <p:nvPicPr>
                      <p:cNvPr id="9934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970412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5" name="Rectangle 20"/>
          <p:cNvSpPr>
            <a:spLocks noChangeArrowheads="1"/>
          </p:cNvSpPr>
          <p:nvPr/>
        </p:nvSpPr>
        <p:spPr bwMode="auto">
          <a:xfrm>
            <a:off x="4799013" y="2813125"/>
            <a:ext cx="14287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}</a:t>
            </a: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4232275" y="2636912"/>
            <a:ext cx="396875" cy="514350"/>
            <a:chOff x="2913869" y="2437323"/>
            <a:chExt cx="397866" cy="515176"/>
          </a:xfrm>
        </p:grpSpPr>
        <p:sp>
          <p:nvSpPr>
            <p:cNvPr id="7188" name="Rectangle 20"/>
            <p:cNvSpPr>
              <a:spLocks noChangeArrowheads="1"/>
            </p:cNvSpPr>
            <p:nvPr/>
          </p:nvSpPr>
          <p:spPr bwMode="auto">
            <a:xfrm>
              <a:off x="2913869" y="2613945"/>
              <a:ext cx="39786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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7189" name="Rectangle 20"/>
            <p:cNvSpPr>
              <a:spLocks noChangeArrowheads="1"/>
            </p:cNvSpPr>
            <p:nvPr/>
          </p:nvSpPr>
          <p:spPr bwMode="auto">
            <a:xfrm>
              <a:off x="2974783" y="2437323"/>
              <a:ext cx="27603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?</a:t>
              </a:r>
              <a:endParaRPr lang="pt-BR" altLang="pt-BR" sz="1600">
                <a:latin typeface="Times New Roman" pitchFamily="18" charset="0"/>
              </a:endParaRPr>
            </a:p>
          </p:txBody>
        </p:sp>
      </p:grpSp>
      <p:sp>
        <p:nvSpPr>
          <p:cNvPr id="18" name="Rectangle 20"/>
          <p:cNvSpPr>
            <a:spLocks noChangeArrowheads="1"/>
          </p:cNvSpPr>
          <p:nvPr/>
        </p:nvSpPr>
        <p:spPr bwMode="auto">
          <a:xfrm>
            <a:off x="2136775" y="3291583"/>
            <a:ext cx="16367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/4: {3, 4, ..., 52}</a:t>
            </a:r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863725" y="3770041"/>
            <a:ext cx="19081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/4 - 2: {1, 2, ..., 50}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2071688" y="4728962"/>
            <a:ext cx="1098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</a:t>
            </a:r>
          </a:p>
        </p:txBody>
      </p:sp>
      <p:sp>
        <p:nvSpPr>
          <p:cNvPr id="23" name="Rectangle 20"/>
          <p:cNvSpPr>
            <a:spLocks noChangeArrowheads="1"/>
          </p:cNvSpPr>
          <p:nvPr/>
        </p:nvSpPr>
        <p:spPr bwMode="auto">
          <a:xfrm>
            <a:off x="2071688" y="5207421"/>
            <a:ext cx="10652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 = 4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+ 8</a:t>
            </a: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071688" y="5685879"/>
            <a:ext cx="159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4</a:t>
            </a: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 + 8</a:t>
            </a: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2019300" y="6164337"/>
            <a:ext cx="1692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16</a:t>
            </a: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</a:t>
            </a:r>
          </a:p>
        </p:txBody>
      </p:sp>
      <p:graphicFrame>
        <p:nvGraphicFramePr>
          <p:cNvPr id="26" name="Object 7"/>
          <p:cNvGraphicFramePr>
            <a:graphicFrameLocks noChangeAspect="1"/>
          </p:cNvGraphicFramePr>
          <p:nvPr/>
        </p:nvGraphicFramePr>
        <p:xfrm>
          <a:off x="6372225" y="3287787"/>
          <a:ext cx="10699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48975" imgH="393529" progId="Equation.DSMT4">
                  <p:embed/>
                </p:oleObj>
              </mc:Choice>
              <mc:Fallback>
                <p:oleObj name="Equation" r:id="rId6" imgW="748975" imgH="393529" progId="Equation.DSMT4">
                  <p:embed/>
                  <p:pic>
                    <p:nvPicPr>
                      <p:cNvPr id="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2225" y="3287787"/>
                        <a:ext cx="10699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7"/>
          <p:cNvGraphicFramePr>
            <a:graphicFrameLocks noChangeAspect="1"/>
          </p:cNvGraphicFramePr>
          <p:nvPr/>
        </p:nvGraphicFramePr>
        <p:xfrm>
          <a:off x="6630988" y="4011687"/>
          <a:ext cx="1541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032" imgH="393529" progId="Equation.DSMT4">
                  <p:embed/>
                </p:oleObj>
              </mc:Choice>
              <mc:Fallback>
                <p:oleObj name="Equation" r:id="rId8" imgW="1079032" imgH="393529" progId="Equation.DSMT4">
                  <p:embed/>
                  <p:pic>
                    <p:nvPicPr>
                      <p:cNvPr id="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0988" y="4011687"/>
                        <a:ext cx="1541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635375" y="5685879"/>
            <a:ext cx="17541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4*25,5 + 8 = 110</a:t>
            </a:r>
          </a:p>
        </p:txBody>
      </p:sp>
      <p:sp>
        <p:nvSpPr>
          <p:cNvPr id="29" name="Rectangle 20"/>
          <p:cNvSpPr>
            <a:spLocks noChangeArrowheads="1"/>
          </p:cNvSpPr>
          <p:nvPr/>
        </p:nvSpPr>
        <p:spPr bwMode="auto">
          <a:xfrm>
            <a:off x="3662363" y="6164337"/>
            <a:ext cx="185261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 16*208,25 = 3332</a:t>
            </a:r>
          </a:p>
        </p:txBody>
      </p:sp>
      <p:sp>
        <p:nvSpPr>
          <p:cNvPr id="31" name="Rectangle 20"/>
          <p:cNvSpPr>
            <a:spLocks noChangeArrowheads="1"/>
          </p:cNvSpPr>
          <p:nvPr/>
        </p:nvSpPr>
        <p:spPr bwMode="auto">
          <a:xfrm>
            <a:off x="2285596" y="4250087"/>
            <a:ext cx="148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50}</a:t>
            </a:r>
          </a:p>
        </p:txBody>
      </p:sp>
    </p:spTree>
    <p:extLst>
      <p:ext uri="{BB962C8B-B14F-4D97-AF65-F5344CB8AC3E}">
        <p14:creationId xmlns:p14="http://schemas.microsoft.com/office/powerpoint/2010/main" val="152189130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1" grpId="0"/>
      <p:bldP spid="22" grpId="0"/>
      <p:bldP spid="23" grpId="0"/>
      <p:bldP spid="24" grpId="0"/>
      <p:bldP spid="25" grpId="0"/>
      <p:bldP spid="28" grpId="0"/>
      <p:bldP spid="2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922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922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2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548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3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05495" name="Text Box 23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2D084-6B03-43EC-8813-2DE9C55D92A7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build="p" autoUpdateAnimBg="0"/>
      <p:bldP spid="105495" grpId="0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38" name="Text Box 46"/>
          <p:cNvSpPr txBox="1">
            <a:spLocks noChangeArrowheads="1"/>
          </p:cNvSpPr>
          <p:nvPr/>
        </p:nvSpPr>
        <p:spPr bwMode="auto">
          <a:xfrm>
            <a:off x="5257800" y="45720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grpSp>
        <p:nvGrpSpPr>
          <p:cNvPr id="1024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027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24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      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      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      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0616" name="Object 24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10616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7" name="Object 25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10617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8" name="Object 26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061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9" name="Object 27"/>
          <p:cNvGraphicFramePr>
            <a:graphicFrameLocks noChangeAspect="1"/>
          </p:cNvGraphicFramePr>
          <p:nvPr/>
        </p:nvGraphicFramePr>
        <p:xfrm>
          <a:off x="2792413" y="3419475"/>
          <a:ext cx="1093787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61669" imgH="469696" progId="Equation.DSMT4">
                  <p:embed/>
                </p:oleObj>
              </mc:Choice>
              <mc:Fallback>
                <p:oleObj name="Equation" r:id="rId8" imgW="761669" imgH="469696" progId="Equation.DSMT4">
                  <p:embed/>
                  <p:pic>
                    <p:nvPicPr>
                      <p:cNvPr id="110619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2413" y="3419475"/>
                        <a:ext cx="1093787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0" name="Text Box 28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</a:t>
            </a:r>
          </a:p>
        </p:txBody>
      </p:sp>
      <p:graphicFrame>
        <p:nvGraphicFramePr>
          <p:cNvPr id="110621" name="Object 2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062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2" name="Object 30"/>
          <p:cNvGraphicFramePr>
            <a:graphicFrameLocks noChangeAspect="1"/>
          </p:cNvGraphicFramePr>
          <p:nvPr/>
        </p:nvGraphicFramePr>
        <p:xfrm>
          <a:off x="2371725" y="44958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780" imgH="393529" progId="Equation.DSMT4">
                  <p:embed/>
                </p:oleObj>
              </mc:Choice>
              <mc:Fallback>
                <p:oleObj name="Equation" r:id="rId12" imgW="507780" imgH="393529" progId="Equation.DSMT4">
                  <p:embed/>
                  <p:pic>
                    <p:nvPicPr>
                      <p:cNvPr id="11062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44958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3" name="Object 31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1062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4" name="Text Box 32"/>
          <p:cNvSpPr txBox="1">
            <a:spLocks noChangeArrowheads="1"/>
          </p:cNvSpPr>
          <p:nvPr/>
        </p:nvSpPr>
        <p:spPr bwMode="auto">
          <a:xfrm>
            <a:off x="2330450" y="49974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q q</a:t>
            </a:r>
          </a:p>
        </p:txBody>
      </p:sp>
      <p:graphicFrame>
        <p:nvGraphicFramePr>
          <p:cNvPr id="110625" name="Object 33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10625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6" name="Object 34"/>
          <p:cNvGraphicFramePr>
            <a:graphicFrameLocks noChangeAspect="1"/>
          </p:cNvGraphicFramePr>
          <p:nvPr/>
        </p:nvGraphicFramePr>
        <p:xfrm>
          <a:off x="3095625" y="44386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129810" imgH="469696" progId="Equation.DSMT4">
                  <p:embed/>
                </p:oleObj>
              </mc:Choice>
              <mc:Fallback>
                <p:oleObj name="Equation" r:id="rId17" imgW="1129810" imgH="469696" progId="Equation.DSMT4">
                  <p:embed/>
                  <p:pic>
                    <p:nvPicPr>
                      <p:cNvPr id="11062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44386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7" name="Object 35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10627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8" name="Object 36"/>
          <p:cNvGraphicFramePr>
            <a:graphicFrameLocks noChangeAspect="1"/>
          </p:cNvGraphicFramePr>
          <p:nvPr/>
        </p:nvGraphicFramePr>
        <p:xfrm>
          <a:off x="2371725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106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9" name="Object 37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1062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0" name="Text Box 38"/>
          <p:cNvSpPr txBox="1">
            <a:spLocks noChangeArrowheads="1"/>
          </p:cNvSpPr>
          <p:nvPr/>
        </p:nvSpPr>
        <p:spPr bwMode="auto">
          <a:xfrm>
            <a:off x="2330450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q</a:t>
            </a:r>
          </a:p>
        </p:txBody>
      </p:sp>
      <p:graphicFrame>
        <p:nvGraphicFramePr>
          <p:cNvPr id="110631" name="Object 39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1063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2" name="Object 40"/>
          <p:cNvGraphicFramePr>
            <a:graphicFrameLocks noChangeAspect="1"/>
          </p:cNvGraphicFramePr>
          <p:nvPr/>
        </p:nvGraphicFramePr>
        <p:xfrm>
          <a:off x="3095625" y="53530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129810" imgH="469696" progId="Equation.DSMT4">
                  <p:embed/>
                </p:oleObj>
              </mc:Choice>
              <mc:Fallback>
                <p:oleObj name="Equation" r:id="rId26" imgW="1129810" imgH="469696" progId="Equation.DSMT4">
                  <p:embed/>
                  <p:pic>
                    <p:nvPicPr>
                      <p:cNvPr id="110632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53530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3" name="Object 41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063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4" name="Object 42"/>
          <p:cNvGraphicFramePr>
            <a:graphicFrameLocks noChangeAspect="1"/>
          </p:cNvGraphicFramePr>
          <p:nvPr/>
        </p:nvGraphicFramePr>
        <p:xfrm>
          <a:off x="63817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063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17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5" name="Object 43"/>
          <p:cNvGraphicFramePr>
            <a:graphicFrameLocks noChangeAspect="1"/>
          </p:cNvGraphicFramePr>
          <p:nvPr/>
        </p:nvGraphicFramePr>
        <p:xfrm>
          <a:off x="64071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1063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71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6" name="Object 44"/>
          <p:cNvGraphicFramePr>
            <a:graphicFrameLocks noChangeAspect="1"/>
          </p:cNvGraphicFramePr>
          <p:nvPr/>
        </p:nvGraphicFramePr>
        <p:xfrm>
          <a:off x="7143750" y="3419475"/>
          <a:ext cx="10763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749300" imgH="469900" progId="Equation.DSMT4">
                  <p:embed/>
                </p:oleObj>
              </mc:Choice>
              <mc:Fallback>
                <p:oleObj name="Equation" r:id="rId33" imgW="749300" imgH="469900" progId="Equation.DSMT4">
                  <p:embed/>
                  <p:pic>
                    <p:nvPicPr>
                      <p:cNvPr id="11063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750" y="3419475"/>
                        <a:ext cx="10763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7" name="Text Box 45"/>
          <p:cNvSpPr txBox="1">
            <a:spLocks noChangeArrowheads="1"/>
          </p:cNvSpPr>
          <p:nvPr/>
        </p:nvSpPr>
        <p:spPr bwMode="auto">
          <a:xfrm>
            <a:off x="63484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pSp>
        <p:nvGrpSpPr>
          <p:cNvPr id="3" name="Group 52"/>
          <p:cNvGrpSpPr>
            <a:grpSpLocks/>
          </p:cNvGrpSpPr>
          <p:nvPr/>
        </p:nvGrpSpPr>
        <p:grpSpPr bwMode="auto">
          <a:xfrm>
            <a:off x="5867400" y="4419600"/>
            <a:ext cx="1676400" cy="685800"/>
            <a:chOff x="3696" y="2784"/>
            <a:chExt cx="1056" cy="432"/>
          </a:xfrm>
        </p:grpSpPr>
        <p:sp>
          <p:nvSpPr>
            <p:cNvPr id="10274" name="Rectangle 50"/>
            <p:cNvSpPr>
              <a:spLocks noChangeArrowheads="1"/>
            </p:cNvSpPr>
            <p:nvPr/>
          </p:nvSpPr>
          <p:spPr bwMode="auto">
            <a:xfrm>
              <a:off x="3696" y="2784"/>
              <a:ext cx="1056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5" name="Object 47"/>
            <p:cNvGraphicFramePr>
              <a:graphicFrameLocks noChangeAspect="1"/>
            </p:cNvGraphicFramePr>
            <p:nvPr/>
          </p:nvGraphicFramePr>
          <p:xfrm>
            <a:off x="4331" y="2880"/>
            <a:ext cx="403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444307" imgH="228501" progId="Equation.DSMT4">
                    <p:embed/>
                  </p:oleObj>
                </mc:Choice>
                <mc:Fallback>
                  <p:oleObj name="Equation" r:id="rId35" imgW="444307" imgH="228501" progId="Equation.DSMT4">
                    <p:embed/>
                    <p:pic>
                      <p:nvPicPr>
                        <p:cNvPr id="10275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1" y="2880"/>
                          <a:ext cx="403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0640" name="Object 48"/>
          <p:cNvGraphicFramePr>
            <a:graphicFrameLocks noChangeAspect="1"/>
          </p:cNvGraphicFramePr>
          <p:nvPr/>
        </p:nvGraphicFramePr>
        <p:xfrm>
          <a:off x="5846763" y="4467225"/>
          <a:ext cx="9652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72808" imgH="418918" progId="Equation.DSMT4">
                  <p:embed/>
                </p:oleObj>
              </mc:Choice>
              <mc:Fallback>
                <p:oleObj name="Equation" r:id="rId37" imgW="672808" imgH="418918" progId="Equation.DSMT4">
                  <p:embed/>
                  <p:pic>
                    <p:nvPicPr>
                      <p:cNvPr id="11064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6763" y="4467225"/>
                        <a:ext cx="9652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41" name="Object 49"/>
          <p:cNvGraphicFramePr>
            <a:graphicFrameLocks noChangeAspect="1"/>
          </p:cNvGraphicFramePr>
          <p:nvPr/>
        </p:nvGraphicFramePr>
        <p:xfrm>
          <a:off x="5311775" y="5230813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143000" imgH="457200" progId="Equation.DSMT4">
                  <p:embed/>
                </p:oleObj>
              </mc:Choice>
              <mc:Fallback>
                <p:oleObj name="Equation" r:id="rId39" imgW="1143000" imgH="457200" progId="Equation.DSMT4">
                  <p:embed/>
                  <p:pic>
                    <p:nvPicPr>
                      <p:cNvPr id="110641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1775" y="5230813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45" name="Text Box 53"/>
          <p:cNvSpPr txBox="1">
            <a:spLocks noChangeArrowheads="1"/>
          </p:cNvSpPr>
          <p:nvPr/>
        </p:nvSpPr>
        <p:spPr bwMode="auto">
          <a:xfrm>
            <a:off x="4686300" y="2968625"/>
            <a:ext cx="35639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(número de bolas retiradas da urna)</a:t>
            </a:r>
          </a:p>
        </p:txBody>
      </p:sp>
      <p:sp>
        <p:nvSpPr>
          <p:cNvPr id="1027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87AB70-6985-46E1-A872-6E1F1CE2B537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38" grpId="0" autoUpdateAnimBg="0"/>
      <p:bldP spid="110620" grpId="0" autoUpdateAnimBg="0"/>
      <p:bldP spid="110624" grpId="0" autoUpdateAnimBg="0"/>
      <p:bldP spid="110630" grpId="0" autoUpdateAnimBg="0"/>
      <p:bldP spid="110637" grpId="0" autoUpdateAnimBg="0"/>
      <p:bldP spid="110645" grpId="0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7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7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270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127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3452813" y="5599113"/>
            <a:ext cx="39766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Analisando o caso particular onde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 = 1: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Bernoulli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E83495-C79E-4D0D-93A1-A45BCF0E8AFB}" type="slidenum">
              <a:rPr lang="pt-BR"/>
              <a:pPr>
                <a:defRPr/>
              </a:pPr>
              <a:t>14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7" name="Text Box 35"/>
          <p:cNvSpPr txBox="1">
            <a:spLocks noChangeArrowheads="1"/>
          </p:cNvSpPr>
          <p:nvPr/>
        </p:nvSpPr>
        <p:spPr bwMode="auto">
          <a:xfrm>
            <a:off x="839788" y="3457575"/>
            <a:ext cx="1371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0) =</a:t>
            </a:r>
            <a:r>
              <a:rPr lang="pt-BR" altLang="pt-BR" sz="1600">
                <a:latin typeface="Times New Roman" pitchFamily="18" charset="0"/>
              </a:rPr>
              <a:t>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1) = 5/7</a:t>
            </a:r>
          </a:p>
        </p:txBody>
      </p:sp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229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2293" name="Group 22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2304" name="Freeform 13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Oval 14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6" name="Oval 15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Oval 16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8" name="Oval 17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9" name="Oval 18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0" name="Oval 2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1" name="Oval 2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0378" name="Text Box 26"/>
          <p:cNvSpPr txBox="1">
            <a:spLocks noChangeArrowheads="1"/>
          </p:cNvSpPr>
          <p:nvPr/>
        </p:nvSpPr>
        <p:spPr bwMode="auto">
          <a:xfrm>
            <a:off x="838200" y="2971800"/>
            <a:ext cx="1371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</a:t>
            </a:r>
          </a:p>
        </p:txBody>
      </p:sp>
      <p:sp>
        <p:nvSpPr>
          <p:cNvPr id="100379" name="Text Box 27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00380" name="Object 28"/>
          <p:cNvGraphicFramePr>
            <a:graphicFrameLocks noChangeAspect="1"/>
          </p:cNvGraphicFramePr>
          <p:nvPr/>
        </p:nvGraphicFramePr>
        <p:xfrm>
          <a:off x="1400175" y="4202113"/>
          <a:ext cx="1106488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74364" imgH="469696" progId="Equation.DSMT4">
                  <p:embed/>
                </p:oleObj>
              </mc:Choice>
              <mc:Fallback>
                <p:oleObj name="Equation" r:id="rId2" imgW="774364" imgH="469696" progId="Equation.DSMT4">
                  <p:embed/>
                  <p:pic>
                    <p:nvPicPr>
                      <p:cNvPr id="10038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4202113"/>
                        <a:ext cx="1106488" cy="6746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381" name="Text Box 29"/>
          <p:cNvSpPr txBox="1">
            <a:spLocks noChangeArrowheads="1"/>
          </p:cNvSpPr>
          <p:nvPr/>
        </p:nvSpPr>
        <p:spPr bwMode="auto">
          <a:xfrm>
            <a:off x="2057400" y="37115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sucesso)</a:t>
            </a:r>
          </a:p>
        </p:txBody>
      </p:sp>
      <p:sp>
        <p:nvSpPr>
          <p:cNvPr id="100382" name="Text Box 30"/>
          <p:cNvSpPr txBox="1">
            <a:spLocks noChangeArrowheads="1"/>
          </p:cNvSpPr>
          <p:nvPr/>
        </p:nvSpPr>
        <p:spPr bwMode="auto">
          <a:xfrm>
            <a:off x="2057400" y="347345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3" name="Group 33"/>
          <p:cNvGrpSpPr>
            <a:grpSpLocks/>
          </p:cNvGrpSpPr>
          <p:nvPr/>
        </p:nvGrpSpPr>
        <p:grpSpPr bwMode="auto">
          <a:xfrm>
            <a:off x="1419225" y="4191000"/>
            <a:ext cx="1143000" cy="685800"/>
            <a:chOff x="894" y="2640"/>
            <a:chExt cx="720" cy="432"/>
          </a:xfrm>
        </p:grpSpPr>
        <p:sp>
          <p:nvSpPr>
            <p:cNvPr id="12302" name="Rectangle 32"/>
            <p:cNvSpPr>
              <a:spLocks noChangeArrowheads="1"/>
            </p:cNvSpPr>
            <p:nvPr/>
          </p:nvSpPr>
          <p:spPr bwMode="auto">
            <a:xfrm>
              <a:off x="894" y="2640"/>
              <a:ext cx="720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2303" name="Object 31"/>
            <p:cNvGraphicFramePr>
              <a:graphicFrameLocks noChangeAspect="1"/>
            </p:cNvGraphicFramePr>
            <p:nvPr/>
          </p:nvGraphicFramePr>
          <p:xfrm>
            <a:off x="894" y="2748"/>
            <a:ext cx="377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19100" imgH="228600" progId="Equation.DSMT4">
                    <p:embed/>
                  </p:oleObj>
                </mc:Choice>
                <mc:Fallback>
                  <p:oleObj name="Equation" r:id="rId4" imgW="419100" imgH="228600" progId="Equation.DSMT4">
                    <p:embed/>
                    <p:pic>
                      <p:nvPicPr>
                        <p:cNvPr id="12303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2748"/>
                          <a:ext cx="377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00386" name="Object 34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10038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547F467-37C6-454D-A318-98A72D752FA1}" type="slidenum">
              <a:rPr lang="pt-BR"/>
              <a:pPr>
                <a:defRPr/>
              </a:pPr>
              <a:t>15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87" grpId="0" build="p" autoUpdateAnimBg="0"/>
      <p:bldP spid="100378" grpId="0" build="p" autoUpdateAnimBg="0"/>
      <p:bldP spid="100379" grpId="0" autoUpdateAnimBg="0"/>
      <p:bldP spid="100381" grpId="0" autoUpdateAnimBg="0"/>
      <p:bldP spid="100382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3319" name="Object 20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3319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0" name="Object 22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84300" imgH="431800" progId="Equation.DSMT4">
                  <p:embed/>
                </p:oleObj>
              </mc:Choice>
              <mc:Fallback>
                <p:oleObj name="Equation" r:id="rId4" imgW="1384300" imgH="431800" progId="Equation.DSMT4">
                  <p:embed/>
                  <p:pic>
                    <p:nvPicPr>
                      <p:cNvPr id="1332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3116263" y="3592513"/>
          <a:ext cx="1435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203112" progId="Equation.DSMT4">
                  <p:embed/>
                </p:oleObj>
              </mc:Choice>
              <mc:Fallback>
                <p:oleObj name="Equation" r:id="rId6" imgW="1002865" imgH="203112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92513"/>
                        <a:ext cx="1435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3116263" y="4267200"/>
          <a:ext cx="9255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03112" progId="Equation.DSMT4">
                  <p:embed/>
                </p:oleObj>
              </mc:Choice>
              <mc:Fallback>
                <p:oleObj name="Equation" r:id="rId8" imgW="647419" imgH="203112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267200"/>
                        <a:ext cx="9255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3048000" y="4114800"/>
            <a:ext cx="1066800" cy="5334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90F838-F04F-4B62-B6EA-701E9362E44A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434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435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41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4342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4343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43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4" name="Object 20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43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1" name="Object 21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10242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2" name="Object 22"/>
          <p:cNvGraphicFramePr>
            <a:graphicFrameLocks noChangeAspect="1"/>
          </p:cNvGraphicFramePr>
          <p:nvPr/>
        </p:nvGraphicFramePr>
        <p:xfrm>
          <a:off x="3124200" y="4097338"/>
          <a:ext cx="170497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93800" imgH="228600" progId="Equation.DSMT4">
                  <p:embed/>
                </p:oleObj>
              </mc:Choice>
              <mc:Fallback>
                <p:oleObj name="Equation" r:id="rId8" imgW="1193800" imgH="228600" progId="Equation.DSMT4">
                  <p:embed/>
                  <p:pic>
                    <p:nvPicPr>
                      <p:cNvPr id="10242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97338"/>
                        <a:ext cx="1704975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3" name="Object 23"/>
          <p:cNvGraphicFramePr>
            <a:graphicFrameLocks noChangeAspect="1"/>
          </p:cNvGraphicFramePr>
          <p:nvPr/>
        </p:nvGraphicFramePr>
        <p:xfrm>
          <a:off x="3124200" y="4724400"/>
          <a:ext cx="101600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11200" imgH="228600" progId="Equation.DSMT4">
                  <p:embed/>
                </p:oleObj>
              </mc:Choice>
              <mc:Fallback>
                <p:oleObj name="Equation" r:id="rId10" imgW="711200" imgH="228600" progId="Equation.DSMT4">
                  <p:embed/>
                  <p:pic>
                    <p:nvPicPr>
                      <p:cNvPr id="10242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724400"/>
                        <a:ext cx="1016000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8" name="Object 24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434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129C8C-5C37-4D2B-945C-09827FF74882}" type="slidenum">
              <a:rPr lang="pt-BR"/>
              <a:pPr>
                <a:defRPr/>
              </a:pPr>
              <a:t>17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536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537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37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5366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5367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5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8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5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9" name="Object 17"/>
          <p:cNvGraphicFramePr>
            <a:graphicFrameLocks noChangeAspect="1"/>
          </p:cNvGraphicFramePr>
          <p:nvPr/>
        </p:nvGraphicFramePr>
        <p:xfrm>
          <a:off x="3124200" y="3473450"/>
          <a:ext cx="15081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100" imgH="228600" progId="Equation.DSMT4">
                  <p:embed/>
                </p:oleObj>
              </mc:Choice>
              <mc:Fallback>
                <p:oleObj name="Equation" r:id="rId6" imgW="1054100" imgH="228600" progId="Equation.DSMT4">
                  <p:embed/>
                  <p:pic>
                    <p:nvPicPr>
                      <p:cNvPr id="15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73450"/>
                        <a:ext cx="15081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4" name="Object 20"/>
          <p:cNvGraphicFramePr>
            <a:graphicFrameLocks noChangeAspect="1"/>
          </p:cNvGraphicFramePr>
          <p:nvPr/>
        </p:nvGraphicFramePr>
        <p:xfrm>
          <a:off x="3124200" y="4056063"/>
          <a:ext cx="1671638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67893" imgH="203112" progId="Equation.DSMT4">
                  <p:embed/>
                </p:oleObj>
              </mc:Choice>
              <mc:Fallback>
                <p:oleObj name="Equation" r:id="rId8" imgW="1167893" imgH="203112" progId="Equation.DSMT4">
                  <p:embed/>
                  <p:pic>
                    <p:nvPicPr>
                      <p:cNvPr id="1034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56063"/>
                        <a:ext cx="1671638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5" name="Object 21"/>
          <p:cNvGraphicFramePr>
            <a:graphicFrameLocks noChangeAspect="1"/>
          </p:cNvGraphicFramePr>
          <p:nvPr/>
        </p:nvGraphicFramePr>
        <p:xfrm>
          <a:off x="3124200" y="4648200"/>
          <a:ext cx="1198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37836" imgH="203112" progId="Equation.DSMT4">
                  <p:embed/>
                </p:oleObj>
              </mc:Choice>
              <mc:Fallback>
                <p:oleObj name="Equation" r:id="rId10" imgW="837836" imgH="203112" progId="Equation.DSMT4">
                  <p:embed/>
                  <p:pic>
                    <p:nvPicPr>
                      <p:cNvPr id="10344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48200"/>
                        <a:ext cx="1198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46" name="Rectangle 22"/>
          <p:cNvSpPr>
            <a:spLocks noChangeArrowheads="1"/>
          </p:cNvSpPr>
          <p:nvPr/>
        </p:nvSpPr>
        <p:spPr bwMode="auto">
          <a:xfrm>
            <a:off x="3048000" y="4495800"/>
            <a:ext cx="1322388" cy="57785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373" name="Object 23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537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A38EE-BAE9-49AF-A1E3-B6D4789500F9}" type="slidenum">
              <a:rPr lang="pt-BR"/>
              <a:pPr>
                <a:defRPr/>
              </a:pPr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44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638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639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39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39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3192463" y="3959225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3192463" y="4662488"/>
          <a:ext cx="119697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203112" progId="Equation.DSMT4">
                  <p:embed/>
                </p:oleObj>
              </mc:Choice>
              <mc:Fallback>
                <p:oleObj name="Equation" r:id="rId4" imgW="837836" imgH="203112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19697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4122738" y="3811588"/>
          <a:ext cx="11064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74364" imgH="393529" progId="Equation.DSMT4">
                  <p:embed/>
                </p:oleObj>
              </mc:Choice>
              <mc:Fallback>
                <p:oleObj name="Equation" r:id="rId6" imgW="774364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3811588"/>
                        <a:ext cx="1106487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4391025" y="4518025"/>
          <a:ext cx="1762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366" imgH="393529" progId="Equation.DSMT4">
                  <p:embed/>
                </p:oleObj>
              </mc:Choice>
              <mc:Fallback>
                <p:oleObj name="Equation" r:id="rId8" imgW="1231366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1025" y="4518025"/>
                        <a:ext cx="1762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3" name="Object 25"/>
          <p:cNvGraphicFramePr>
            <a:graphicFrameLocks noChangeAspect="1"/>
          </p:cNvGraphicFramePr>
          <p:nvPr/>
        </p:nvGraphicFramePr>
        <p:xfrm>
          <a:off x="3192463" y="3165475"/>
          <a:ext cx="1255712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76300" imgH="228600" progId="Equation.DSMT4">
                  <p:embed/>
                </p:oleObj>
              </mc:Choice>
              <mc:Fallback>
                <p:oleObj name="Equation" r:id="rId10" imgW="876300" imgH="228600" progId="Equation.DSMT4">
                  <p:embed/>
                  <p:pic>
                    <p:nvPicPr>
                      <p:cNvPr id="16393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165475"/>
                        <a:ext cx="1255712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4419600" y="2984500"/>
          <a:ext cx="1270000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9000" imgH="469900" progId="Equation.DSMT4">
                  <p:embed/>
                </p:oleObj>
              </mc:Choice>
              <mc:Fallback>
                <p:oleObj name="Equation" r:id="rId12" imgW="889000" imgH="469900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9600" y="2984500"/>
                        <a:ext cx="1270000" cy="674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5" name="Rectangle 27"/>
          <p:cNvSpPr>
            <a:spLocks noChangeArrowheads="1"/>
          </p:cNvSpPr>
          <p:nvPr/>
        </p:nvSpPr>
        <p:spPr bwMode="auto">
          <a:xfrm>
            <a:off x="6096000" y="3168650"/>
            <a:ext cx="91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D17DF3-BEB2-494E-BA37-DE7B57996802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Bernoulli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255144" y="2771609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0,1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351167" y="256490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758557" y="4835310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/>
        </p:nvGraphicFramePr>
        <p:xfrm>
          <a:off x="7020272" y="4937100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Equation.DSMT4">
                  <p:embed/>
                </p:oleObj>
              </mc:Choice>
              <mc:Fallback>
                <p:oleObj name="Equation" r:id="rId5" imgW="647419" imgH="203112" progId="Equation.DSMT4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937100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17"/>
          <p:cNvGraphicFramePr>
            <a:graphicFrameLocks noChangeAspect="1"/>
          </p:cNvGraphicFramePr>
          <p:nvPr/>
        </p:nvGraphicFramePr>
        <p:xfrm>
          <a:off x="7020272" y="5434112"/>
          <a:ext cx="12065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Equation.DSMT4">
                  <p:embed/>
                </p:oleObj>
              </mc:Choice>
              <mc:Fallback>
                <p:oleObj name="Equation" r:id="rId7" imgW="837836" imgH="203112" progId="Equation.DSMT4">
                  <p:embed/>
                  <p:pic>
                    <p:nvPicPr>
                      <p:cNvPr id="1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34112"/>
                        <a:ext cx="12065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470165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7412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743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741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7414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741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18" name="Text Box 22"/>
          <p:cNvSpPr txBox="1">
            <a:spLocks noChangeArrowheads="1"/>
          </p:cNvSpPr>
          <p:nvPr/>
        </p:nvSpPr>
        <p:spPr bwMode="auto">
          <a:xfrm>
            <a:off x="3352800" y="2819400"/>
            <a:ext cx="53340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v.a. Bernoulli, já que, para cada evento (tirar uma bola), há uma probabilidade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sucesso (tirar bola vermelha) e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de fracasso (tirar bola azul).</a:t>
            </a:r>
          </a:p>
        </p:txBody>
      </p:sp>
      <p:graphicFrame>
        <p:nvGraphicFramePr>
          <p:cNvPr id="106519" name="Object 23"/>
          <p:cNvGraphicFramePr>
            <a:graphicFrameLocks noChangeAspect="1"/>
          </p:cNvGraphicFramePr>
          <p:nvPr/>
        </p:nvGraphicFramePr>
        <p:xfrm>
          <a:off x="3451225" y="3979863"/>
          <a:ext cx="89217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0651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979863"/>
                        <a:ext cx="89217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20" name="Text Box 24"/>
          <p:cNvSpPr txBox="1">
            <a:spLocks noChangeArrowheads="1"/>
          </p:cNvSpPr>
          <p:nvPr/>
        </p:nvSpPr>
        <p:spPr bwMode="auto">
          <a:xfrm>
            <a:off x="4343400" y="4114800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dirty="0">
                <a:latin typeface="Times New Roman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ou </a:t>
            </a:r>
            <a:r>
              <a:rPr lang="pt-BR" altLang="pt-BR" sz="1600" dirty="0">
                <a:latin typeface="Times New Roman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06521" name="Object 25"/>
          <p:cNvGraphicFramePr>
            <a:graphicFrameLocks noChangeAspect="1"/>
          </p:cNvGraphicFramePr>
          <p:nvPr/>
        </p:nvGraphicFramePr>
        <p:xfrm>
          <a:off x="3429000" y="5414963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0652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414963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2" name="Object 26"/>
          <p:cNvGraphicFramePr>
            <a:graphicFrameLocks noChangeAspect="1"/>
          </p:cNvGraphicFramePr>
          <p:nvPr/>
        </p:nvGraphicFramePr>
        <p:xfrm>
          <a:off x="5029200" y="5434013"/>
          <a:ext cx="9652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0652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5434013"/>
                        <a:ext cx="965200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3" name="Object 27"/>
          <p:cNvGraphicFramePr>
            <a:graphicFrameLocks noChangeAspect="1"/>
          </p:cNvGraphicFramePr>
          <p:nvPr/>
        </p:nvGraphicFramePr>
        <p:xfrm>
          <a:off x="5992813" y="5434013"/>
          <a:ext cx="6365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44307" imgH="431613" progId="Equation.DSMT4">
                  <p:embed/>
                </p:oleObj>
              </mc:Choice>
              <mc:Fallback>
                <p:oleObj name="Equation" r:id="rId12" imgW="444307" imgH="431613" progId="Equation.DSMT4">
                  <p:embed/>
                  <p:pic>
                    <p:nvPicPr>
                      <p:cNvPr id="106523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2813" y="5434013"/>
                        <a:ext cx="6365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6" name="Object 30"/>
          <p:cNvGraphicFramePr>
            <a:graphicFrameLocks noChangeAspect="1"/>
          </p:cNvGraphicFramePr>
          <p:nvPr/>
        </p:nvGraphicFramePr>
        <p:xfrm>
          <a:off x="3429000" y="6132513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0652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6132513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7" name="Object 31"/>
          <p:cNvGraphicFramePr>
            <a:graphicFrameLocks noChangeAspect="1"/>
          </p:cNvGraphicFramePr>
          <p:nvPr/>
        </p:nvGraphicFramePr>
        <p:xfrm>
          <a:off x="5334000" y="6151563"/>
          <a:ext cx="11287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0652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6151563"/>
                        <a:ext cx="1128713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8" name="Object 32"/>
          <p:cNvGraphicFramePr>
            <a:graphicFrameLocks noChangeAspect="1"/>
          </p:cNvGraphicFramePr>
          <p:nvPr/>
        </p:nvGraphicFramePr>
        <p:xfrm>
          <a:off x="6448425" y="6151563"/>
          <a:ext cx="74612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20474" imgH="431613" progId="Equation.DSMT4">
                  <p:embed/>
                </p:oleObj>
              </mc:Choice>
              <mc:Fallback>
                <p:oleObj name="Equation" r:id="rId18" imgW="520474" imgH="431613" progId="Equation.DSMT4">
                  <p:embed/>
                  <p:pic>
                    <p:nvPicPr>
                      <p:cNvPr id="10652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8425" y="6151563"/>
                        <a:ext cx="74612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9" name="Object 33"/>
          <p:cNvGraphicFramePr>
            <a:graphicFrameLocks noChangeAspect="1"/>
          </p:cNvGraphicFramePr>
          <p:nvPr/>
        </p:nvGraphicFramePr>
        <p:xfrm>
          <a:off x="7208838" y="6361113"/>
          <a:ext cx="563562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93359" imgH="164957" progId="Equation.DSMT4">
                  <p:embed/>
                </p:oleObj>
              </mc:Choice>
              <mc:Fallback>
                <p:oleObj name="Equation" r:id="rId20" imgW="393359" imgH="164957" progId="Equation.DSMT4">
                  <p:embed/>
                  <p:pic>
                    <p:nvPicPr>
                      <p:cNvPr id="10652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8838" y="6361113"/>
                        <a:ext cx="563562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4" name="Object 28"/>
          <p:cNvGraphicFramePr>
            <a:graphicFrameLocks noChangeAspect="1"/>
          </p:cNvGraphicFramePr>
          <p:nvPr/>
        </p:nvGraphicFramePr>
        <p:xfrm>
          <a:off x="6642100" y="5643563"/>
          <a:ext cx="473075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057" imgH="165028" progId="Equation.DSMT4">
                  <p:embed/>
                </p:oleObj>
              </mc:Choice>
              <mc:Fallback>
                <p:oleObj name="Equation" r:id="rId22" imgW="330057" imgH="165028" progId="Equation.DSMT4">
                  <p:embed/>
                  <p:pic>
                    <p:nvPicPr>
                      <p:cNvPr id="1065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2100" y="5643563"/>
                        <a:ext cx="473075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48"/>
          <p:cNvSpPr txBox="1">
            <a:spLocks noChangeArrowheads="1"/>
          </p:cNvSpPr>
          <p:nvPr/>
        </p:nvSpPr>
        <p:spPr bwMode="auto">
          <a:xfrm>
            <a:off x="3381375" y="493395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        p          </a:t>
            </a:r>
            <a:r>
              <a:rPr lang="pt-BR" altLang="pt-BR" sz="1600" i="1" dirty="0" err="1">
                <a:latin typeface="Times New Roman" pitchFamily="18" charset="0"/>
              </a:rPr>
              <a:t>p</a:t>
            </a:r>
            <a:endParaRPr lang="pt-BR" altLang="pt-BR" sz="1600" i="1" dirty="0">
              <a:latin typeface="Times New Roman" pitchFamily="18" charset="0"/>
            </a:endParaRPr>
          </a:p>
        </p:txBody>
      </p:sp>
      <p:sp>
        <p:nvSpPr>
          <p:cNvPr id="28" name="Oval 49"/>
          <p:cNvSpPr>
            <a:spLocks noChangeArrowheads="1"/>
          </p:cNvSpPr>
          <p:nvPr/>
        </p:nvSpPr>
        <p:spPr bwMode="auto">
          <a:xfrm>
            <a:off x="4705350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9" name="Oval 50"/>
          <p:cNvSpPr>
            <a:spLocks noChangeArrowheads="1"/>
          </p:cNvSpPr>
          <p:nvPr/>
        </p:nvSpPr>
        <p:spPr bwMode="auto">
          <a:xfrm>
            <a:off x="52609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0" name="Oval 51"/>
          <p:cNvSpPr>
            <a:spLocks noChangeArrowheads="1"/>
          </p:cNvSpPr>
          <p:nvPr/>
        </p:nvSpPr>
        <p:spPr bwMode="auto">
          <a:xfrm>
            <a:off x="58578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1" name="Rectangle 52"/>
          <p:cNvSpPr>
            <a:spLocks noChangeArrowheads="1"/>
          </p:cNvSpPr>
          <p:nvPr/>
        </p:nvSpPr>
        <p:spPr bwMode="auto">
          <a:xfrm>
            <a:off x="4583113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0</a:t>
            </a:r>
          </a:p>
        </p:txBody>
      </p:sp>
      <p:sp>
        <p:nvSpPr>
          <p:cNvPr id="32" name="Rectangle 53"/>
          <p:cNvSpPr>
            <a:spLocks noChangeArrowheads="1"/>
          </p:cNvSpPr>
          <p:nvPr/>
        </p:nvSpPr>
        <p:spPr bwMode="auto">
          <a:xfrm>
            <a:off x="5183188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3" name="Rectangle 54"/>
          <p:cNvSpPr>
            <a:spLocks noChangeArrowheads="1"/>
          </p:cNvSpPr>
          <p:nvPr/>
        </p:nvSpPr>
        <p:spPr bwMode="auto">
          <a:xfrm>
            <a:off x="5765800" y="4651375"/>
            <a:ext cx="6842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4" name="Rectangle 55"/>
          <p:cNvSpPr>
            <a:spLocks noChangeArrowheads="1"/>
          </p:cNvSpPr>
          <p:nvPr/>
        </p:nvSpPr>
        <p:spPr bwMode="auto">
          <a:xfrm>
            <a:off x="6286500" y="4929188"/>
            <a:ext cx="19161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 </a:t>
            </a:r>
            <a:r>
              <a:rPr lang="pt-BR" altLang="pt-BR" sz="1600" dirty="0">
                <a:latin typeface="Tahoma" panose="020B0604030504040204" pitchFamily="34" charset="0"/>
              </a:rPr>
              <a:t>(sucessos)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A02ADF-CE8B-4F56-A672-900744F5535F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18" grpId="0" autoUpdateAnimBg="0"/>
      <p:bldP spid="106520" grpId="0" autoUpdateAnimBg="0"/>
      <p:bldP spid="27" grpId="0" autoUpdateAnimBg="0"/>
      <p:bldP spid="28" grpId="0" animBg="1"/>
      <p:bldP spid="29" grpId="0" animBg="1"/>
      <p:bldP spid="30" grpId="0" animBg="1"/>
      <p:bldP spid="31" grpId="0" autoUpdateAnimBg="0"/>
      <p:bldP spid="32" grpId="0" autoUpdateAnimBg="0"/>
      <p:bldP spid="33" grpId="0" autoUpdateAnimBg="0"/>
      <p:bldP spid="34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843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844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4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4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1632" name="Object 16"/>
          <p:cNvGraphicFramePr>
            <a:graphicFrameLocks noChangeAspect="1"/>
          </p:cNvGraphicFramePr>
          <p:nvPr/>
        </p:nvGraphicFramePr>
        <p:xfrm>
          <a:off x="3192463" y="3959225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11632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3" name="Object 17"/>
          <p:cNvGraphicFramePr>
            <a:graphicFrameLocks noChangeAspect="1"/>
          </p:cNvGraphicFramePr>
          <p:nvPr/>
        </p:nvGraphicFramePr>
        <p:xfrm>
          <a:off x="3192463" y="4662488"/>
          <a:ext cx="12700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11633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270000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4" name="Object 18"/>
          <p:cNvGraphicFramePr>
            <a:graphicFrameLocks noChangeAspect="1"/>
          </p:cNvGraphicFramePr>
          <p:nvPr/>
        </p:nvGraphicFramePr>
        <p:xfrm>
          <a:off x="4216400" y="3811588"/>
          <a:ext cx="16510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393700" progId="Equation.DSMT4">
                  <p:embed/>
                </p:oleObj>
              </mc:Choice>
              <mc:Fallback>
                <p:oleObj name="Equation" r:id="rId6" imgW="1155700" imgH="393700" progId="Equation.DSMT4">
                  <p:embed/>
                  <p:pic>
                    <p:nvPicPr>
                      <p:cNvPr id="111634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6400" y="3811588"/>
                        <a:ext cx="16510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5" name="Object 19"/>
          <p:cNvGraphicFramePr>
            <a:graphicFrameLocks noChangeAspect="1"/>
          </p:cNvGraphicFramePr>
          <p:nvPr/>
        </p:nvGraphicFramePr>
        <p:xfrm>
          <a:off x="4483100" y="4518025"/>
          <a:ext cx="1889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20227" imgH="393529" progId="Equation.DSMT4">
                  <p:embed/>
                </p:oleObj>
              </mc:Choice>
              <mc:Fallback>
                <p:oleObj name="Equation" r:id="rId8" imgW="1320227" imgH="393529" progId="Equation.DSMT4">
                  <p:embed/>
                  <p:pic>
                    <p:nvPicPr>
                      <p:cNvPr id="11163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3100" y="4518025"/>
                        <a:ext cx="1889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0"/>
          <p:cNvGraphicFramePr>
            <a:graphicFrameLocks noChangeAspect="1"/>
          </p:cNvGraphicFramePr>
          <p:nvPr/>
        </p:nvGraphicFramePr>
        <p:xfrm>
          <a:off x="3192463" y="3001963"/>
          <a:ext cx="163830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43000" imgH="457200" progId="Equation.DSMT4">
                  <p:embed/>
                </p:oleObj>
              </mc:Choice>
              <mc:Fallback>
                <p:oleObj name="Equation" r:id="rId10" imgW="1143000" imgH="457200" progId="Equation.DSMT4">
                  <p:embed/>
                  <p:pic>
                    <p:nvPicPr>
                      <p:cNvPr id="18441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001963"/>
                        <a:ext cx="1638300" cy="65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7" name="Object 21"/>
          <p:cNvGraphicFramePr>
            <a:graphicFrameLocks noChangeAspect="1"/>
          </p:cNvGraphicFramePr>
          <p:nvPr/>
        </p:nvGraphicFramePr>
        <p:xfrm>
          <a:off x="4800600" y="2976563"/>
          <a:ext cx="1651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55700" imgH="482600" progId="Equation.DSMT4">
                  <p:embed/>
                </p:oleObj>
              </mc:Choice>
              <mc:Fallback>
                <p:oleObj name="Equation" r:id="rId12" imgW="1155700" imgH="482600" progId="Equation.DSMT4">
                  <p:embed/>
                  <p:pic>
                    <p:nvPicPr>
                      <p:cNvPr id="11163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2976563"/>
                        <a:ext cx="1651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3" name="Rectangle 22"/>
          <p:cNvSpPr>
            <a:spLocks noChangeArrowheads="1"/>
          </p:cNvSpPr>
          <p:nvPr/>
        </p:nvSpPr>
        <p:spPr bwMode="auto">
          <a:xfrm>
            <a:off x="6629400" y="316865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..., </a:t>
            </a: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sp>
        <p:nvSpPr>
          <p:cNvPr id="18444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" name="Rectangle 22"/>
          <p:cNvSpPr>
            <a:spLocks noChangeArrowheads="1"/>
          </p:cNvSpPr>
          <p:nvPr/>
        </p:nvSpPr>
        <p:spPr bwMode="auto">
          <a:xfrm>
            <a:off x="6632575" y="3175000"/>
            <a:ext cx="1333500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3}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44E7C8-B193-4FAC-BF0F-4A70AB63AB34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6"/>
          <p:cNvGraphicFramePr>
            <a:graphicFrameLocks noChangeAspect="1"/>
          </p:cNvGraphicFramePr>
          <p:nvPr/>
        </p:nvGraphicFramePr>
        <p:xfrm>
          <a:off x="7024156" y="4937100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4156" y="4937100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17"/>
          <p:cNvGraphicFramePr>
            <a:graphicFrameLocks noChangeAspect="1"/>
          </p:cNvGraphicFramePr>
          <p:nvPr/>
        </p:nvGraphicFramePr>
        <p:xfrm>
          <a:off x="7020272" y="5426679"/>
          <a:ext cx="12795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26679"/>
                        <a:ext cx="12795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5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4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41817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516216" y="2484185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20</a:t>
            </a:r>
          </a:p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914712" y="4716433"/>
            <a:ext cx="864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166861937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8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CC1DCA-3D81-45C7-9AAD-1F61A3B080DE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981200" y="2555875"/>
            <a:ext cx="68580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2 ou mais bolas vermelhas?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404937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{0, 1, 2, 3}</a:t>
            </a:r>
          </a:p>
        </p:txBody>
      </p:sp>
      <p:sp>
        <p:nvSpPr>
          <p:cNvPr id="18" name="Rectangle 22"/>
          <p:cNvSpPr>
            <a:spLocks noChangeArrowheads="1"/>
          </p:cNvSpPr>
          <p:nvPr/>
        </p:nvSpPr>
        <p:spPr bwMode="auto">
          <a:xfrm>
            <a:off x="1979613" y="3627438"/>
            <a:ext cx="2955925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 2) =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2) +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3) </a:t>
            </a:r>
            <a:endParaRPr lang="pt-BR" altLang="pt-BR" sz="1700">
              <a:latin typeface="Times New Roman" pitchFamily="18" charset="0"/>
            </a:endParaRP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4149725"/>
          <a:ext cx="2286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00200" imgH="482600" progId="Equation.DSMT4">
                  <p:embed/>
                </p:oleObj>
              </mc:Choice>
              <mc:Fallback>
                <p:oleObj name="Equation" r:id="rId2" imgW="1600200" imgH="4826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149725"/>
                        <a:ext cx="2286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4311650" y="4221163"/>
          <a:ext cx="1052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280" imgH="393529" progId="Equation.DSMT4">
                  <p:embed/>
                </p:oleObj>
              </mc:Choice>
              <mc:Fallback>
                <p:oleObj name="Equation" r:id="rId4" imgW="736280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1650" y="4221163"/>
                        <a:ext cx="1052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5435600" y="4221163"/>
          <a:ext cx="13970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476" imgH="393529" progId="Equation.DSMT4">
                  <p:embed/>
                </p:oleObj>
              </mc:Choice>
              <mc:Fallback>
                <p:oleObj name="Equation" r:id="rId6" imgW="977476" imgH="393529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5600" y="4221163"/>
                        <a:ext cx="13970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868863"/>
          <a:ext cx="2322512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25600" imgH="482600" progId="Equation.DSMT4">
                  <p:embed/>
                </p:oleObj>
              </mc:Choice>
              <mc:Fallback>
                <p:oleObj name="Equation" r:id="rId8" imgW="1625600" imgH="482600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868863"/>
                        <a:ext cx="2322512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 noChangeAspect="1"/>
          </p:cNvGraphicFramePr>
          <p:nvPr/>
        </p:nvGraphicFramePr>
        <p:xfrm>
          <a:off x="4284663" y="4940300"/>
          <a:ext cx="581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06048" imgH="393359" progId="Equation.DSMT4">
                  <p:embed/>
                </p:oleObj>
              </mc:Choice>
              <mc:Fallback>
                <p:oleObj name="Equation" r:id="rId10" imgW="406048" imgH="393359" progId="Equation.DSMT4">
                  <p:embed/>
                  <p:pic>
                    <p:nvPicPr>
                      <p:cNvPr id="23" name="Objeto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4940300"/>
                        <a:ext cx="58102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to 24"/>
          <p:cNvGraphicFramePr>
            <a:graphicFrameLocks noChangeAspect="1"/>
          </p:cNvGraphicFramePr>
          <p:nvPr/>
        </p:nvGraphicFramePr>
        <p:xfrm>
          <a:off x="1979613" y="5732463"/>
          <a:ext cx="32829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298700" imgH="393700" progId="Equation.DSMT4">
                  <p:embed/>
                </p:oleObj>
              </mc:Choice>
              <mc:Fallback>
                <p:oleObj name="Equation" r:id="rId12" imgW="2298700" imgH="393700" progId="Equation.DSMT4">
                  <p:embed/>
                  <p:pic>
                    <p:nvPicPr>
                      <p:cNvPr id="25" name="Objeto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732463"/>
                        <a:ext cx="32829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70379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17" grpId="0" animBg="1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946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946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6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5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1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2654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CDB177-206B-4CC2-B7BF-2D9561DAE5E3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53" grpId="0" build="p" autoUpdateAnimBg="0"/>
      <p:bldP spid="112654" grpId="0" autoUpdateAnimBg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10" name="Object 46"/>
          <p:cNvGraphicFramePr>
            <a:graphicFrameLocks noChangeAspect="1"/>
          </p:cNvGraphicFramePr>
          <p:nvPr/>
        </p:nvGraphicFramePr>
        <p:xfrm>
          <a:off x="5795963" y="3308350"/>
          <a:ext cx="6715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69696" imgH="393529" progId="Equation.DSMT4">
                  <p:embed/>
                </p:oleObj>
              </mc:Choice>
              <mc:Fallback>
                <p:oleObj name="Equation" r:id="rId2" imgW="469696" imgH="393529" progId="Equation.DSMT4">
                  <p:embed/>
                  <p:pic>
                    <p:nvPicPr>
                      <p:cNvPr id="113710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5963" y="3308350"/>
                        <a:ext cx="6715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1" name="Object 17"/>
          <p:cNvGraphicFramePr>
            <a:graphicFrameLocks noChangeAspect="1"/>
          </p:cNvGraphicFramePr>
          <p:nvPr/>
        </p:nvGraphicFramePr>
        <p:xfrm>
          <a:off x="1981200" y="3475038"/>
          <a:ext cx="200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39" imgH="393529" progId="Equation.DSMT4">
                  <p:embed/>
                </p:oleObj>
              </mc:Choice>
              <mc:Fallback>
                <p:oleObj name="Equation" r:id="rId4" imgW="139639" imgH="393529" progId="Equation.DSMT4">
                  <p:embed/>
                  <p:pic>
                    <p:nvPicPr>
                      <p:cNvPr id="1136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3475038"/>
                        <a:ext cx="200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6" name="Object 22"/>
          <p:cNvGraphicFramePr>
            <a:graphicFrameLocks noChangeAspect="1"/>
          </p:cNvGraphicFramePr>
          <p:nvPr/>
        </p:nvGraphicFramePr>
        <p:xfrm>
          <a:off x="1987550" y="4495800"/>
          <a:ext cx="3635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53890" imgH="393529" progId="Equation.DSMT4">
                  <p:embed/>
                </p:oleObj>
              </mc:Choice>
              <mc:Fallback>
                <p:oleObj name="Equation" r:id="rId6" imgW="253890" imgH="393529" progId="Equation.DSMT4">
                  <p:embed/>
                  <p:pic>
                    <p:nvPicPr>
                      <p:cNvPr id="11368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4495800"/>
                        <a:ext cx="36353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2" name="Object 28"/>
          <p:cNvGraphicFramePr>
            <a:graphicFrameLocks noChangeAspect="1"/>
          </p:cNvGraphicFramePr>
          <p:nvPr/>
        </p:nvGraphicFramePr>
        <p:xfrm>
          <a:off x="2005013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68140" imgH="393529" progId="Equation.DSMT4">
                  <p:embed/>
                </p:oleObj>
              </mc:Choice>
              <mc:Fallback>
                <p:oleObj name="Equation" r:id="rId8" imgW="368140" imgH="393529" progId="Equation.DSMT4">
                  <p:embed/>
                  <p:pic>
                    <p:nvPicPr>
                      <p:cNvPr id="113692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5013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0" name="Object 16"/>
          <p:cNvGraphicFramePr>
            <a:graphicFrameLocks noChangeAspect="1"/>
          </p:cNvGraphicFramePr>
          <p:nvPr/>
        </p:nvGraphicFramePr>
        <p:xfrm>
          <a:off x="1966913" y="3481388"/>
          <a:ext cx="9493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60113" imgH="393529" progId="Equation.DSMT4">
                  <p:embed/>
                </p:oleObj>
              </mc:Choice>
              <mc:Fallback>
                <p:oleObj name="Equation" r:id="rId10" imgW="660113" imgH="393529" progId="Equation.DSMT4">
                  <p:embed/>
                  <p:pic>
                    <p:nvPicPr>
                      <p:cNvPr id="11368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6913" y="3481388"/>
                        <a:ext cx="949325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66" name="Text Box 2"/>
          <p:cNvSpPr txBox="1">
            <a:spLocks noChangeArrowheads="1"/>
          </p:cNvSpPr>
          <p:nvPr/>
        </p:nvSpPr>
        <p:spPr bwMode="auto">
          <a:xfrm>
            <a:off x="6069013" y="48006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0490" name="Group 5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0508" name="Freeform 6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9" name="Oval 7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0" name="Oval 8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1" name="Oval 9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2" name="Oval 10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3" name="Oval 11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4" name="Oval 12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5" name="Oval 13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491" name="Text Box 14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3679" name="Object 15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36600" imgH="203200" progId="Equation.DSMT4">
                  <p:embed/>
                </p:oleObj>
              </mc:Choice>
              <mc:Fallback>
                <p:oleObj name="Equation" r:id="rId12" imgW="736600" imgH="203200" progId="Equation.DSMT4">
                  <p:embed/>
                  <p:pic>
                    <p:nvPicPr>
                      <p:cNvPr id="1136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3" name="Text Box 19"/>
          <p:cNvSpPr txBox="1">
            <a:spLocks noChangeArrowheads="1"/>
          </p:cNvSpPr>
          <p:nvPr/>
        </p:nvSpPr>
        <p:spPr bwMode="auto">
          <a:xfrm>
            <a:off x="1936750" y="3975100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</a:p>
        </p:txBody>
      </p:sp>
      <p:graphicFrame>
        <p:nvGraphicFramePr>
          <p:cNvPr id="113684" name="Object 20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203112" progId="Equation.DSMT4">
                  <p:embed/>
                </p:oleObj>
              </mc:Choice>
              <mc:Fallback>
                <p:oleObj name="Equation" r:id="rId14" imgW="723586" imgH="203112" progId="Equation.DSMT4">
                  <p:embed/>
                  <p:pic>
                    <p:nvPicPr>
                      <p:cNvPr id="11368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5" name="Object 21"/>
          <p:cNvGraphicFramePr>
            <a:graphicFrameLocks noChangeAspect="1"/>
          </p:cNvGraphicFramePr>
          <p:nvPr/>
        </p:nvGraphicFramePr>
        <p:xfrm>
          <a:off x="1968500" y="4495800"/>
          <a:ext cx="563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93529" imgH="393529" progId="Equation.DSMT4">
                  <p:embed/>
                </p:oleObj>
              </mc:Choice>
              <mc:Fallback>
                <p:oleObj name="Equation" r:id="rId16" imgW="393529" imgH="393529" progId="Equation.DSMT4">
                  <p:embed/>
                  <p:pic>
                    <p:nvPicPr>
                      <p:cNvPr id="1136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5800"/>
                        <a:ext cx="563563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7" name="Text Box 23"/>
          <p:cNvSpPr txBox="1">
            <a:spLocks noChangeArrowheads="1"/>
          </p:cNvSpPr>
          <p:nvPr/>
        </p:nvSpPr>
        <p:spPr bwMode="auto">
          <a:xfrm>
            <a:off x="1933575" y="4997450"/>
            <a:ext cx="4381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</a:t>
            </a:r>
          </a:p>
        </p:txBody>
      </p:sp>
      <p:graphicFrame>
        <p:nvGraphicFramePr>
          <p:cNvPr id="113689" name="Object 25"/>
          <p:cNvGraphicFramePr>
            <a:graphicFrameLocks noChangeAspect="1"/>
          </p:cNvGraphicFramePr>
          <p:nvPr/>
        </p:nvGraphicFramePr>
        <p:xfrm>
          <a:off x="2514600" y="4492625"/>
          <a:ext cx="105886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36280" imgH="393529" progId="Equation.DSMT4">
                  <p:embed/>
                </p:oleObj>
              </mc:Choice>
              <mc:Fallback>
                <p:oleObj name="Equation" r:id="rId18" imgW="736280" imgH="393529" progId="Equation.DSMT4">
                  <p:embed/>
                  <p:pic>
                    <p:nvPicPr>
                      <p:cNvPr id="11368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4492625"/>
                        <a:ext cx="105886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0" name="Object 26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203112" progId="Equation.DSMT4">
                  <p:embed/>
                </p:oleObj>
              </mc:Choice>
              <mc:Fallback>
                <p:oleObj name="Equation" r:id="rId20" imgW="748975" imgH="203112" progId="Equation.DSMT4">
                  <p:embed/>
                  <p:pic>
                    <p:nvPicPr>
                      <p:cNvPr id="11369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1" name="Object 27"/>
          <p:cNvGraphicFramePr>
            <a:graphicFrameLocks noChangeAspect="1"/>
          </p:cNvGraphicFramePr>
          <p:nvPr/>
        </p:nvGraphicFramePr>
        <p:xfrm>
          <a:off x="1985963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07780" imgH="393529" progId="Equation.DSMT4">
                  <p:embed/>
                </p:oleObj>
              </mc:Choice>
              <mc:Fallback>
                <p:oleObj name="Equation" r:id="rId22" imgW="507780" imgH="393529" progId="Equation.DSMT4">
                  <p:embed/>
                  <p:pic>
                    <p:nvPicPr>
                      <p:cNvPr id="11369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93" name="Text Box 29"/>
          <p:cNvSpPr txBox="1">
            <a:spLocks noChangeArrowheads="1"/>
          </p:cNvSpPr>
          <p:nvPr/>
        </p:nvSpPr>
        <p:spPr bwMode="auto">
          <a:xfrm>
            <a:off x="1944688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</a:t>
            </a:r>
          </a:p>
        </p:txBody>
      </p:sp>
      <p:graphicFrame>
        <p:nvGraphicFramePr>
          <p:cNvPr id="113695" name="Object 31"/>
          <p:cNvGraphicFramePr>
            <a:graphicFrameLocks noChangeAspect="1"/>
          </p:cNvGraphicFramePr>
          <p:nvPr/>
        </p:nvGraphicFramePr>
        <p:xfrm>
          <a:off x="2682875" y="5353050"/>
          <a:ext cx="220186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536700" imgH="469900" progId="Equation.DSMT4">
                  <p:embed/>
                </p:oleObj>
              </mc:Choice>
              <mc:Fallback>
                <p:oleObj name="Equation" r:id="rId24" imgW="1536700" imgH="469900" progId="Equation.DSMT4">
                  <p:embed/>
                  <p:pic>
                    <p:nvPicPr>
                      <p:cNvPr id="11369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875" y="5353050"/>
                        <a:ext cx="220186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3" name="Object 39"/>
          <p:cNvGraphicFramePr>
            <a:graphicFrameLocks noChangeAspect="1"/>
          </p:cNvGraphicFramePr>
          <p:nvPr/>
        </p:nvGraphicFramePr>
        <p:xfrm>
          <a:off x="6683375" y="4824413"/>
          <a:ext cx="403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79400" imgH="228600" progId="Equation.DSMT4">
                  <p:embed/>
                </p:oleObj>
              </mc:Choice>
              <mc:Fallback>
                <p:oleObj name="Equation" r:id="rId26" imgW="279400" imgH="228600" progId="Equation.DSMT4">
                  <p:embed/>
                  <p:pic>
                    <p:nvPicPr>
                      <p:cNvPr id="113703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3375" y="4824413"/>
                        <a:ext cx="40322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8" name="Object 44"/>
          <p:cNvGraphicFramePr>
            <a:graphicFrameLocks noChangeAspect="1"/>
          </p:cNvGraphicFramePr>
          <p:nvPr/>
        </p:nvGraphicFramePr>
        <p:xfrm>
          <a:off x="4784725" y="34607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3708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725" y="34607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9" name="Object 45"/>
          <p:cNvGraphicFramePr>
            <a:graphicFrameLocks noChangeAspect="1"/>
          </p:cNvGraphicFramePr>
          <p:nvPr/>
        </p:nvGraphicFramePr>
        <p:xfrm>
          <a:off x="5765800" y="3308350"/>
          <a:ext cx="908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634725" imgH="393529" progId="Equation.DSMT4">
                  <p:embed/>
                </p:oleObj>
              </mc:Choice>
              <mc:Fallback>
                <p:oleObj name="Equation" r:id="rId30" imgW="634725" imgH="393529" progId="Equation.DSMT4">
                  <p:embed/>
                  <p:pic>
                    <p:nvPicPr>
                      <p:cNvPr id="11370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65800" y="3308350"/>
                        <a:ext cx="908050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711" name="Text Box 47"/>
          <p:cNvSpPr txBox="1">
            <a:spLocks noChangeArrowheads="1"/>
          </p:cNvSpPr>
          <p:nvPr/>
        </p:nvSpPr>
        <p:spPr bwMode="auto">
          <a:xfrm>
            <a:off x="5735638" y="381000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 p</a:t>
            </a:r>
          </a:p>
        </p:txBody>
      </p:sp>
      <p:graphicFrame>
        <p:nvGraphicFramePr>
          <p:cNvPr id="113712" name="Object 48"/>
          <p:cNvGraphicFramePr>
            <a:graphicFrameLocks noChangeAspect="1"/>
          </p:cNvGraphicFramePr>
          <p:nvPr/>
        </p:nvGraphicFramePr>
        <p:xfrm>
          <a:off x="6629400" y="3251200"/>
          <a:ext cx="230981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612900" imgH="469900" progId="Equation.DSMT4">
                  <p:embed/>
                </p:oleObj>
              </mc:Choice>
              <mc:Fallback>
                <p:oleObj name="Equation" r:id="rId32" imgW="1612900" imgH="469900" progId="Equation.DSMT4">
                  <p:embed/>
                  <p:pic>
                    <p:nvPicPr>
                      <p:cNvPr id="113712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3251200"/>
                        <a:ext cx="230981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48720-98F0-4BBA-B09A-A627FD6D1B1B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DAE02B4C-6F63-C916-C914-3A51D27A27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66" grpId="0" autoUpdateAnimBg="0"/>
      <p:bldP spid="113683" grpId="0" autoUpdateAnimBg="0"/>
      <p:bldP spid="113687" grpId="0" autoUpdateAnimBg="0"/>
      <p:bldP spid="113693" grpId="0" autoUpdateAnimBg="0"/>
      <p:bldP spid="113711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150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153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1508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1509" name="Object 14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150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03" name="Object 15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1470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6" name="Object 28"/>
          <p:cNvGraphicFramePr>
            <a:graphicFrameLocks noChangeAspect="1"/>
          </p:cNvGraphicFramePr>
          <p:nvPr/>
        </p:nvGraphicFramePr>
        <p:xfrm>
          <a:off x="3116263" y="2849563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300" imgH="431800" progId="Equation.DSMT4">
                  <p:embed/>
                </p:oleObj>
              </mc:Choice>
              <mc:Fallback>
                <p:oleObj name="Equation" r:id="rId6" imgW="1384300" imgH="431800" progId="Equation.DSMT4">
                  <p:embed/>
                  <p:pic>
                    <p:nvPicPr>
                      <p:cNvPr id="11471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849563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7" name="Object 29"/>
          <p:cNvGraphicFramePr>
            <a:graphicFrameLocks noChangeAspect="1"/>
          </p:cNvGraphicFramePr>
          <p:nvPr/>
        </p:nvGraphicFramePr>
        <p:xfrm>
          <a:off x="3116263" y="3505200"/>
          <a:ext cx="1470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28254" imgH="431613" progId="Equation.DSMT4">
                  <p:embed/>
                </p:oleObj>
              </mc:Choice>
              <mc:Fallback>
                <p:oleObj name="Equation" r:id="rId8" imgW="1028254" imgH="431613" progId="Equation.DSMT4">
                  <p:embed/>
                  <p:pic>
                    <p:nvPicPr>
                      <p:cNvPr id="11471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05200"/>
                        <a:ext cx="1470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1" name="Object 53"/>
          <p:cNvGraphicFramePr>
            <a:graphicFrameLocks noChangeAspect="1"/>
          </p:cNvGraphicFramePr>
          <p:nvPr/>
        </p:nvGraphicFramePr>
        <p:xfrm>
          <a:off x="3116263" y="4114800"/>
          <a:ext cx="1706562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800" imgH="431800" progId="Equation.DSMT4">
                  <p:embed/>
                </p:oleObj>
              </mc:Choice>
              <mc:Fallback>
                <p:oleObj name="Equation" r:id="rId10" imgW="1193800" imgH="431800" progId="Equation.DSMT4">
                  <p:embed/>
                  <p:pic>
                    <p:nvPicPr>
                      <p:cNvPr id="114741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114800"/>
                        <a:ext cx="1706562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54"/>
          <p:cNvGrpSpPr>
            <a:grpSpLocks/>
          </p:cNvGrpSpPr>
          <p:nvPr/>
        </p:nvGrpSpPr>
        <p:grpSpPr bwMode="auto">
          <a:xfrm>
            <a:off x="4343400" y="4191000"/>
            <a:ext cx="1143000" cy="714375"/>
            <a:chOff x="2736" y="2640"/>
            <a:chExt cx="720" cy="450"/>
          </a:xfrm>
        </p:grpSpPr>
        <p:sp>
          <p:nvSpPr>
            <p:cNvPr id="21533" name="Oval 55"/>
            <p:cNvSpPr>
              <a:spLocks noChangeArrowheads="1"/>
            </p:cNvSpPr>
            <p:nvPr/>
          </p:nvSpPr>
          <p:spPr bwMode="auto">
            <a:xfrm>
              <a:off x="2736" y="2640"/>
              <a:ext cx="336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4" name="Object 56"/>
            <p:cNvGraphicFramePr>
              <a:graphicFrameLocks noChangeAspect="1"/>
            </p:cNvGraphicFramePr>
            <p:nvPr/>
          </p:nvGraphicFramePr>
          <p:xfrm>
            <a:off x="3078" y="2688"/>
            <a:ext cx="378" cy="4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18918" imgH="444307" progId="Equation.DSMT4">
                    <p:embed/>
                  </p:oleObj>
                </mc:Choice>
                <mc:Fallback>
                  <p:oleObj name="Equation" r:id="rId12" imgW="418918" imgH="444307" progId="Equation.DSMT4">
                    <p:embed/>
                    <p:pic>
                      <p:nvPicPr>
                        <p:cNvPr id="21534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2688"/>
                          <a:ext cx="378" cy="4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45" name="Object 57"/>
          <p:cNvGraphicFramePr>
            <a:graphicFrameLocks noChangeAspect="1"/>
          </p:cNvGraphicFramePr>
          <p:nvPr/>
        </p:nvGraphicFramePr>
        <p:xfrm>
          <a:off x="3116263" y="4773613"/>
          <a:ext cx="16525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55199" imgH="444307" progId="Equation.DSMT4">
                  <p:embed/>
                </p:oleObj>
              </mc:Choice>
              <mc:Fallback>
                <p:oleObj name="Equation" r:id="rId14" imgW="1155199" imgH="444307" progId="Equation.DSMT4">
                  <p:embed/>
                  <p:pic>
                    <p:nvPicPr>
                      <p:cNvPr id="114745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73613"/>
                        <a:ext cx="16525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6" name="Object 58"/>
          <p:cNvGraphicFramePr>
            <a:graphicFrameLocks noChangeAspect="1"/>
          </p:cNvGraphicFramePr>
          <p:nvPr/>
        </p:nvGraphicFramePr>
        <p:xfrm>
          <a:off x="3116263" y="5478463"/>
          <a:ext cx="1816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9449" imgH="431613" progId="Equation.DSMT4">
                  <p:embed/>
                </p:oleObj>
              </mc:Choice>
              <mc:Fallback>
                <p:oleObj name="Equation" r:id="rId16" imgW="1269449" imgH="431613" progId="Equation.DSMT4">
                  <p:embed/>
                  <p:pic>
                    <p:nvPicPr>
                      <p:cNvPr id="114746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5478463"/>
                        <a:ext cx="1816100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59"/>
          <p:cNvGrpSpPr>
            <a:grpSpLocks/>
          </p:cNvGrpSpPr>
          <p:nvPr/>
        </p:nvGrpSpPr>
        <p:grpSpPr bwMode="auto">
          <a:xfrm>
            <a:off x="4343400" y="5486400"/>
            <a:ext cx="1331913" cy="742950"/>
            <a:chOff x="2736" y="3456"/>
            <a:chExt cx="839" cy="468"/>
          </a:xfrm>
        </p:grpSpPr>
        <p:sp>
          <p:nvSpPr>
            <p:cNvPr id="21531" name="Oval 60"/>
            <p:cNvSpPr>
              <a:spLocks noChangeArrowheads="1"/>
            </p:cNvSpPr>
            <p:nvPr/>
          </p:nvSpPr>
          <p:spPr bwMode="auto">
            <a:xfrm>
              <a:off x="2736" y="3456"/>
              <a:ext cx="384" cy="404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2" name="Object 61"/>
            <p:cNvGraphicFramePr>
              <a:graphicFrameLocks noChangeAspect="1"/>
            </p:cNvGraphicFramePr>
            <p:nvPr/>
          </p:nvGraphicFramePr>
          <p:xfrm>
            <a:off x="3151" y="3545"/>
            <a:ext cx="424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469900" imgH="419100" progId="Equation.DSMT4">
                    <p:embed/>
                  </p:oleObj>
                </mc:Choice>
                <mc:Fallback>
                  <p:oleObj name="Equation" r:id="rId18" imgW="469900" imgH="419100" progId="Equation.DSMT4">
                    <p:embed/>
                    <p:pic>
                      <p:nvPicPr>
                        <p:cNvPr id="21532" name="Object 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51" y="3545"/>
                          <a:ext cx="424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0" name="Object 62"/>
          <p:cNvGraphicFramePr>
            <a:graphicFrameLocks noChangeAspect="1"/>
          </p:cNvGraphicFramePr>
          <p:nvPr/>
        </p:nvGraphicFramePr>
        <p:xfrm>
          <a:off x="5867400" y="2835275"/>
          <a:ext cx="19796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384300" imgH="457200" progId="Equation.DSMT4">
                  <p:embed/>
                </p:oleObj>
              </mc:Choice>
              <mc:Fallback>
                <p:oleObj name="Equation" r:id="rId20" imgW="1384300" imgH="457200" progId="Equation.DSMT4">
                  <p:embed/>
                  <p:pic>
                    <p:nvPicPr>
                      <p:cNvPr id="11475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2835275"/>
                        <a:ext cx="1979613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63"/>
          <p:cNvGrpSpPr>
            <a:grpSpLocks/>
          </p:cNvGrpSpPr>
          <p:nvPr/>
        </p:nvGrpSpPr>
        <p:grpSpPr bwMode="auto">
          <a:xfrm>
            <a:off x="6858000" y="2743200"/>
            <a:ext cx="1570038" cy="982663"/>
            <a:chOff x="4320" y="1728"/>
            <a:chExt cx="989" cy="619"/>
          </a:xfrm>
        </p:grpSpPr>
        <p:sp>
          <p:nvSpPr>
            <p:cNvPr id="21529" name="Oval 64"/>
            <p:cNvSpPr>
              <a:spLocks noChangeArrowheads="1"/>
            </p:cNvSpPr>
            <p:nvPr/>
          </p:nvSpPr>
          <p:spPr bwMode="auto">
            <a:xfrm>
              <a:off x="4320" y="1728"/>
              <a:ext cx="672" cy="576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0" name="Object 65"/>
            <p:cNvGraphicFramePr>
              <a:graphicFrameLocks noChangeAspect="1"/>
            </p:cNvGraphicFramePr>
            <p:nvPr/>
          </p:nvGraphicFramePr>
          <p:xfrm>
            <a:off x="4988" y="1968"/>
            <a:ext cx="321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355446" imgH="418918" progId="Equation.DSMT4">
                    <p:embed/>
                  </p:oleObj>
                </mc:Choice>
                <mc:Fallback>
                  <p:oleObj name="Equation" r:id="rId22" imgW="355446" imgH="418918" progId="Equation.DSMT4">
                    <p:embed/>
                    <p:pic>
                      <p:nvPicPr>
                        <p:cNvPr id="21530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88" y="1968"/>
                          <a:ext cx="321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4" name="Object 66"/>
          <p:cNvGraphicFramePr>
            <a:graphicFrameLocks noChangeAspect="1"/>
          </p:cNvGraphicFramePr>
          <p:nvPr/>
        </p:nvGraphicFramePr>
        <p:xfrm>
          <a:off x="5867400" y="3525838"/>
          <a:ext cx="132556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927100" imgH="419100" progId="Equation.DSMT4">
                  <p:embed/>
                </p:oleObj>
              </mc:Choice>
              <mc:Fallback>
                <p:oleObj name="Equation" r:id="rId24" imgW="927100" imgH="419100" progId="Equation.DSMT4">
                  <p:embed/>
                  <p:pic>
                    <p:nvPicPr>
                      <p:cNvPr id="114754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3525838"/>
                        <a:ext cx="132556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6605588" y="3725863"/>
            <a:ext cx="549275" cy="228600"/>
            <a:chOff x="4161" y="2347"/>
            <a:chExt cx="346" cy="144"/>
          </a:xfrm>
        </p:grpSpPr>
        <p:sp>
          <p:nvSpPr>
            <p:cNvPr id="21527" name="Line 68"/>
            <p:cNvSpPr>
              <a:spLocks noChangeShapeType="1"/>
            </p:cNvSpPr>
            <p:nvPr/>
          </p:nvSpPr>
          <p:spPr bwMode="auto">
            <a:xfrm flipV="1">
              <a:off x="4161" y="2347"/>
              <a:ext cx="9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8" name="Line 69"/>
            <p:cNvSpPr>
              <a:spLocks noChangeShapeType="1"/>
            </p:cNvSpPr>
            <p:nvPr/>
          </p:nvSpPr>
          <p:spPr bwMode="auto">
            <a:xfrm flipV="1">
              <a:off x="4444" y="2433"/>
              <a:ext cx="63" cy="4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70"/>
          <p:cNvGrpSpPr>
            <a:grpSpLocks/>
          </p:cNvGrpSpPr>
          <p:nvPr/>
        </p:nvGrpSpPr>
        <p:grpSpPr bwMode="auto">
          <a:xfrm>
            <a:off x="5781675" y="4191000"/>
            <a:ext cx="1143000" cy="762000"/>
            <a:chOff x="4272" y="2880"/>
            <a:chExt cx="720" cy="480"/>
          </a:xfrm>
        </p:grpSpPr>
        <p:graphicFrame>
          <p:nvGraphicFramePr>
            <p:cNvPr id="21525" name="Object 71"/>
            <p:cNvGraphicFramePr>
              <a:graphicFrameLocks noChangeAspect="1"/>
            </p:cNvGraphicFramePr>
            <p:nvPr/>
          </p:nvGraphicFramePr>
          <p:xfrm>
            <a:off x="4320" y="2928"/>
            <a:ext cx="607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08" imgH="418918" progId="Equation.DSMT4">
                    <p:embed/>
                  </p:oleObj>
                </mc:Choice>
                <mc:Fallback>
                  <p:oleObj name="Equation" r:id="rId26" imgW="672808" imgH="418918" progId="Equation.DSMT4">
                    <p:embed/>
                    <p:pic>
                      <p:nvPicPr>
                        <p:cNvPr id="21525" name="Object 7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20" y="2928"/>
                          <a:ext cx="607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26" name="Rectangle 72"/>
            <p:cNvSpPr>
              <a:spLocks noChangeArrowheads="1"/>
            </p:cNvSpPr>
            <p:nvPr/>
          </p:nvSpPr>
          <p:spPr bwMode="auto">
            <a:xfrm>
              <a:off x="4272" y="2880"/>
              <a:ext cx="720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88395-84C0-41F5-B6A7-7668249C4E77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0F30475C-3150-8F95-4E7A-79B876F60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2531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2541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542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3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4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5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6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7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8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2532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2533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253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5" name="Object 27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253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6" name="Object 29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25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2" name="Object 30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11300" imgH="431800" progId="Equation.DSMT4">
                  <p:embed/>
                </p:oleObj>
              </mc:Choice>
              <mc:Fallback>
                <p:oleObj name="Equation" r:id="rId8" imgW="1511300" imgH="431800" progId="Equation.DSMT4">
                  <p:embed/>
                  <p:pic>
                    <p:nvPicPr>
                      <p:cNvPr id="11574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3" name="Object 31"/>
          <p:cNvGraphicFramePr>
            <a:graphicFrameLocks noChangeAspect="1"/>
          </p:cNvGraphicFramePr>
          <p:nvPr/>
        </p:nvGraphicFramePr>
        <p:xfrm>
          <a:off x="3151188" y="3951288"/>
          <a:ext cx="16510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55700" imgH="431800" progId="Equation.DSMT4">
                  <p:embed/>
                </p:oleObj>
              </mc:Choice>
              <mc:Fallback>
                <p:oleObj name="Equation" r:id="rId10" imgW="1155700" imgH="431800" progId="Equation.DSMT4">
                  <p:embed/>
                  <p:pic>
                    <p:nvPicPr>
                      <p:cNvPr id="11574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3951288"/>
                        <a:ext cx="1651000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4" name="Object 32"/>
          <p:cNvGraphicFramePr>
            <a:graphicFrameLocks noChangeAspect="1"/>
          </p:cNvGraphicFramePr>
          <p:nvPr/>
        </p:nvGraphicFramePr>
        <p:xfrm>
          <a:off x="3151188" y="4608513"/>
          <a:ext cx="1433512" cy="639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02865" imgH="444307" progId="Equation.DSMT4">
                  <p:embed/>
                </p:oleObj>
              </mc:Choice>
              <mc:Fallback>
                <p:oleObj name="Equation" r:id="rId12" imgW="1002865" imgH="444307" progId="Equation.DSMT4">
                  <p:embed/>
                  <p:pic>
                    <p:nvPicPr>
                      <p:cNvPr id="11574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4608513"/>
                        <a:ext cx="1433512" cy="639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C9D65A-E65A-47DC-9DB8-347317750860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609E4C5E-80A9-7C07-9DA5-8F1213DFE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3555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3566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567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8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9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0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1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2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3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6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3557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355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9" name="Object 15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355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0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356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1" name="Object 17"/>
          <p:cNvGraphicFramePr>
            <a:graphicFrameLocks noChangeAspect="1"/>
          </p:cNvGraphicFramePr>
          <p:nvPr/>
        </p:nvGraphicFramePr>
        <p:xfrm>
          <a:off x="3124200" y="3402013"/>
          <a:ext cx="197802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44500" progId="Equation.DSMT4">
                  <p:embed/>
                </p:oleObj>
              </mc:Choice>
              <mc:Fallback>
                <p:oleObj name="Equation" r:id="rId8" imgW="1384300" imgH="444500" progId="Equation.DSMT4">
                  <p:embed/>
                  <p:pic>
                    <p:nvPicPr>
                      <p:cNvPr id="2356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02013"/>
                        <a:ext cx="197802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3048000" y="4114800"/>
            <a:ext cx="1371600" cy="762000"/>
            <a:chOff x="1920" y="2592"/>
            <a:chExt cx="864" cy="480"/>
          </a:xfrm>
        </p:grpSpPr>
        <p:graphicFrame>
          <p:nvGraphicFramePr>
            <p:cNvPr id="23564" name="Object 20"/>
            <p:cNvGraphicFramePr>
              <a:graphicFrameLocks noChangeAspect="1"/>
            </p:cNvGraphicFramePr>
            <p:nvPr/>
          </p:nvGraphicFramePr>
          <p:xfrm>
            <a:off x="1968" y="2646"/>
            <a:ext cx="766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50531" imgH="418918" progId="Equation.DSMT4">
                    <p:embed/>
                  </p:oleObj>
                </mc:Choice>
                <mc:Fallback>
                  <p:oleObj name="Equation" r:id="rId10" imgW="850531" imgH="418918" progId="Equation.DSMT4">
                    <p:embed/>
                    <p:pic>
                      <p:nvPicPr>
                        <p:cNvPr id="23564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8" y="2646"/>
                          <a:ext cx="766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565" name="Rectangle 21"/>
            <p:cNvSpPr>
              <a:spLocks noChangeArrowheads="1"/>
            </p:cNvSpPr>
            <p:nvPr/>
          </p:nvSpPr>
          <p:spPr bwMode="auto">
            <a:xfrm>
              <a:off x="1920" y="2592"/>
              <a:ext cx="864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5BDA93-4EC3-4359-9821-D68750B7EF30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02670268-08BC-6769-F7BF-DB2A60D4A5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4579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4590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1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2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3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4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5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6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7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4580" name="Text Box 12"/>
          <p:cNvSpPr txBox="1">
            <a:spLocks noChangeArrowheads="1"/>
          </p:cNvSpPr>
          <p:nvPr/>
        </p:nvSpPr>
        <p:spPr bwMode="auto">
          <a:xfrm>
            <a:off x="54102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4581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6923641"/>
              </p:ext>
            </p:extLst>
          </p:nvPr>
        </p:nvGraphicFramePr>
        <p:xfrm>
          <a:off x="3181350" y="3143250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458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1350" y="3143250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5" name="Object 15"/>
          <p:cNvGraphicFramePr>
            <a:graphicFrameLocks noChangeAspect="1"/>
          </p:cNvGraphicFramePr>
          <p:nvPr/>
        </p:nvGraphicFramePr>
        <p:xfrm>
          <a:off x="3189288" y="3810000"/>
          <a:ext cx="9636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11777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3810000"/>
                        <a:ext cx="9636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9" name="Object 19"/>
          <p:cNvGraphicFramePr>
            <a:graphicFrameLocks noChangeAspect="1"/>
          </p:cNvGraphicFramePr>
          <p:nvPr/>
        </p:nvGraphicFramePr>
        <p:xfrm>
          <a:off x="3194050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1777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4050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5" name="Text Box 25"/>
          <p:cNvSpPr txBox="1">
            <a:spLocks noChangeArrowheads="1"/>
          </p:cNvSpPr>
          <p:nvPr/>
        </p:nvSpPr>
        <p:spPr bwMode="auto">
          <a:xfrm>
            <a:off x="838200" y="2971800"/>
            <a:ext cx="914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7786" name="Object 26"/>
          <p:cNvGraphicFramePr>
            <a:graphicFrameLocks noChangeAspect="1"/>
          </p:cNvGraphicFramePr>
          <p:nvPr/>
        </p:nvGraphicFramePr>
        <p:xfrm>
          <a:off x="4249738" y="2971800"/>
          <a:ext cx="855662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96900" imgH="469900" progId="Equation.DSMT4">
                  <p:embed/>
                </p:oleObj>
              </mc:Choice>
              <mc:Fallback>
                <p:oleObj name="Equation" r:id="rId8" imgW="596900" imgH="469900" progId="Equation.DSMT4">
                  <p:embed/>
                  <p:pic>
                    <p:nvPicPr>
                      <p:cNvPr id="11778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9738" y="2971800"/>
                        <a:ext cx="855662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7" name="Object 27"/>
          <p:cNvGraphicFramePr>
            <a:graphicFrameLocks noChangeAspect="1"/>
          </p:cNvGraphicFramePr>
          <p:nvPr/>
        </p:nvGraphicFramePr>
        <p:xfrm>
          <a:off x="4171950" y="3817938"/>
          <a:ext cx="14351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393529" progId="Equation.DSMT4">
                  <p:embed/>
                </p:oleObj>
              </mc:Choice>
              <mc:Fallback>
                <p:oleObj name="Equation" r:id="rId10" imgW="1002865" imgH="393529" progId="Equation.DSMT4">
                  <p:embed/>
                  <p:pic>
                    <p:nvPicPr>
                      <p:cNvPr id="11778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71950" y="3817938"/>
                        <a:ext cx="14351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8" name="Object 28"/>
          <p:cNvGraphicFramePr>
            <a:graphicFrameLocks noChangeAspect="1"/>
          </p:cNvGraphicFramePr>
          <p:nvPr/>
        </p:nvGraphicFramePr>
        <p:xfrm>
          <a:off x="4427538" y="4505325"/>
          <a:ext cx="174466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671" imgH="393529" progId="Equation.DSMT4">
                  <p:embed/>
                </p:oleObj>
              </mc:Choice>
              <mc:Fallback>
                <p:oleObj name="Equation" r:id="rId12" imgW="1218671" imgH="393529" progId="Equation.DSMT4">
                  <p:embed/>
                  <p:pic>
                    <p:nvPicPr>
                      <p:cNvPr id="11778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4505325"/>
                        <a:ext cx="174466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E7C030-79C7-46BC-B408-699D648C2C28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o sucesso.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+ 1</a:t>
              </a: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3309993" y="6242992"/>
            <a:ext cx="1185934" cy="32696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25480" imgH="228600" progId="Equation.DSMT4">
                    <p:embed/>
                  </p:oleObj>
                </mc:Choice>
                <mc:Fallback>
                  <p:oleObj name="Equation" r:id="rId14" imgW="825480" imgH="2286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09993" y="6242992"/>
                          <a:ext cx="1185934" cy="32696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467156" cy="3384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{1, 2,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51" y="6106495"/>
            <a:ext cx="906516" cy="60154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680" imgH="419040" progId="Equation.DSMT4">
                    <p:embed/>
                  </p:oleObj>
                </mc:Choice>
                <mc:Fallback>
                  <p:oleObj name="Equation" r:id="rId16" imgW="634680" imgH="419040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51" y="6106495"/>
                          <a:ext cx="906516" cy="60154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520" imgH="419040" progId="Equation.DSMT4">
                    <p:embed/>
                  </p:oleObj>
                </mc:Choice>
                <mc:Fallback>
                  <p:oleObj name="Equation" r:id="rId18" imgW="812520" imgH="419040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3C57B08F-7DCB-DBE8-3416-B1D9DED7D6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0272" y="4795443"/>
          <a:ext cx="960437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418918" progId="Equation.DSMT4">
                  <p:embed/>
                </p:oleObj>
              </mc:Choice>
              <mc:Fallback>
                <p:oleObj name="Equation" r:id="rId2" imgW="672808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795443"/>
                        <a:ext cx="960437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59397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59397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4821" name="Picture 5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CaixaDeTexto 10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4819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81357" y="3973313"/>
              <a:ext cx="22192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4818" name="Picture 2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300191" y="6058790"/>
              <a:ext cx="22811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373421" y="2903458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0,05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732040" y="2903458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551166" y="504894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0,4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23206281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076700"/>
          <a:ext cx="10334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23586" imgH="203112" progId="Equation.DSMT4">
                  <p:embed/>
                </p:oleObj>
              </mc:Choice>
              <mc:Fallback>
                <p:oleObj name="Equation" r:id="rId2" imgW="723586" imgH="203112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076700"/>
                        <a:ext cx="103346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13316" name="Text Box 3"/>
          <p:cNvSpPr txBox="1">
            <a:spLocks noChangeArrowheads="1"/>
          </p:cNvSpPr>
          <p:nvPr/>
        </p:nvSpPr>
        <p:spPr bwMode="auto">
          <a:xfrm>
            <a:off x="1835150" y="1416050"/>
            <a:ext cx="68580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331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7F11AF-6562-4636-9E1E-0A146BE0309A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835150" y="2555875"/>
            <a:ext cx="72723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a bola vermelha somente na 3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tentativa?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584325" cy="3683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X</a:t>
            </a:r>
            <a:r>
              <a:rPr lang="pt-BR" altLang="pt-BR" sz="1800">
                <a:latin typeface="Times New Roman" pitchFamily="18" charset="0"/>
              </a:rPr>
              <a:t>: {0, 1, ..., </a:t>
            </a:r>
            <a:r>
              <a:rPr lang="pt-BR" altLang="pt-BR" sz="18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8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3860800"/>
          <a:ext cx="1922462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469900" progId="Equation.DSMT4">
                  <p:embed/>
                </p:oleObj>
              </mc:Choice>
              <mc:Fallback>
                <p:oleObj name="Equation" r:id="rId4" imgW="1346200" imgH="4699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3860800"/>
                        <a:ext cx="1922462" cy="6746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3924300" y="3924300"/>
          <a:ext cx="671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69696" imgH="393529" progId="Equation.DSMT4">
                  <p:embed/>
                </p:oleObj>
              </mc:Choice>
              <mc:Fallback>
                <p:oleObj name="Equation" r:id="rId6" imgW="469696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24300" y="3924300"/>
                        <a:ext cx="671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4633913" y="3924300"/>
          <a:ext cx="130651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14400" imgH="393700" progId="Equation.DSMT4">
                  <p:embed/>
                </p:oleObj>
              </mc:Choice>
              <mc:Fallback>
                <p:oleObj name="Equation" r:id="rId8" imgW="914400" imgH="393700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33913" y="3924300"/>
                        <a:ext cx="130651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1979613" y="3501023"/>
            <a:ext cx="6488143" cy="338554"/>
            <a:chOff x="1979613" y="3501023"/>
            <a:chExt cx="6488143" cy="338554"/>
          </a:xfrm>
        </p:grpSpPr>
        <p:sp>
          <p:nvSpPr>
            <p:cNvPr id="30" name="Oval 6"/>
            <p:cNvSpPr>
              <a:spLocks noChangeArrowheads="1"/>
            </p:cNvSpPr>
            <p:nvPr/>
          </p:nvSpPr>
          <p:spPr bwMode="auto">
            <a:xfrm>
              <a:off x="1979613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Oval 6"/>
            <p:cNvSpPr>
              <a:spLocks noChangeArrowheads="1"/>
            </p:cNvSpPr>
            <p:nvPr/>
          </p:nvSpPr>
          <p:spPr bwMode="auto">
            <a:xfrm>
              <a:off x="2375694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6"/>
            <p:cNvSpPr>
              <a:spLocks noChangeArrowheads="1"/>
            </p:cNvSpPr>
            <p:nvPr/>
          </p:nvSpPr>
          <p:spPr bwMode="auto">
            <a:xfrm>
              <a:off x="2771775" y="355600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3155083" y="3501023"/>
              <a:ext cx="531267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  <a:sym typeface="Symbol"/>
                </a:rPr>
                <a:t>  </a:t>
              </a:r>
              <a:r>
                <a:rPr lang="pt-BR" altLang="pt-BR" dirty="0">
                  <a:latin typeface="Tahoma" panose="020B0604030504040204" pitchFamily="34" charset="0"/>
                </a:rPr>
                <a:t>evento desejado: 2 fracassos seguido de 1 sucesso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831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  <p:grpSp>
        <p:nvGrpSpPr>
          <p:cNvPr id="2560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5608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609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0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1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2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3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4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5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879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3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8798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1B1FDA-BE30-4FCE-B6C5-4238A20004F3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7" grpId="0" build="p" autoUpdateAnimBg="0"/>
      <p:bldP spid="118798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2" name="Text Box 4"/>
          <p:cNvSpPr txBox="1">
            <a:spLocks noChangeArrowheads="1"/>
          </p:cNvSpPr>
          <p:nvPr/>
        </p:nvSpPr>
        <p:spPr bwMode="auto">
          <a:xfrm>
            <a:off x="6069013" y="3552825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6686550" y="3429000"/>
            <a:ext cx="1422400" cy="685800"/>
            <a:chOff x="4212" y="2160"/>
            <a:chExt cx="896" cy="432"/>
          </a:xfrm>
        </p:grpSpPr>
        <p:graphicFrame>
          <p:nvGraphicFramePr>
            <p:cNvPr id="26660" name="Object 29"/>
            <p:cNvGraphicFramePr>
              <a:graphicFrameLocks noChangeAspect="1"/>
            </p:cNvGraphicFramePr>
            <p:nvPr/>
          </p:nvGraphicFramePr>
          <p:xfrm>
            <a:off x="4807" y="2253"/>
            <a:ext cx="301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30200" imgH="228600" progId="Equation.DSMT4">
                    <p:embed/>
                  </p:oleObj>
                </mc:Choice>
                <mc:Fallback>
                  <p:oleObj name="Equation" r:id="rId2" imgW="330200" imgH="228600" progId="Equation.DSMT4">
                    <p:embed/>
                    <p:pic>
                      <p:nvPicPr>
                        <p:cNvPr id="26660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07" y="2253"/>
                          <a:ext cx="301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61" name="Rectangle 48"/>
            <p:cNvSpPr>
              <a:spLocks noChangeArrowheads="1"/>
            </p:cNvSpPr>
            <p:nvPr/>
          </p:nvSpPr>
          <p:spPr bwMode="auto">
            <a:xfrm>
              <a:off x="4212" y="2160"/>
              <a:ext cx="624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9845" name="Object 37"/>
          <p:cNvGraphicFramePr>
            <a:graphicFrameLocks noChangeAspect="1"/>
          </p:cNvGraphicFramePr>
          <p:nvPr/>
        </p:nvGraphicFramePr>
        <p:xfrm>
          <a:off x="2676525" y="3429000"/>
          <a:ext cx="12414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63225" imgH="469696" progId="Equation.DSMT4">
                  <p:embed/>
                </p:oleObj>
              </mc:Choice>
              <mc:Fallback>
                <p:oleObj name="Equation" r:id="rId4" imgW="863225" imgH="469696" progId="Equation.DSMT4">
                  <p:embed/>
                  <p:pic>
                    <p:nvPicPr>
                      <p:cNvPr id="11984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76525" y="3429000"/>
                        <a:ext cx="12414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1" name="Object 3"/>
          <p:cNvGraphicFramePr>
            <a:graphicFrameLocks noChangeAspect="1"/>
          </p:cNvGraphicFramePr>
          <p:nvPr/>
        </p:nvGraphicFramePr>
        <p:xfrm>
          <a:off x="1987550" y="349408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98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349408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6632" name="Group 7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6652" name="Freeform 8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653" name="Oval 9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4" name="Oval 10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5" name="Oval 11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6" name="Oval 12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7" name="Oval 13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8" name="Oval 14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9" name="Oval 15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6633" name="Text Box 16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       </a:t>
            </a: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19825" name="Object 17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36600" imgH="203200" progId="Equation.DSMT4">
                  <p:embed/>
                </p:oleObj>
              </mc:Choice>
              <mc:Fallback>
                <p:oleObj name="Equation" r:id="rId8" imgW="736600" imgH="203200" progId="Equation.DSMT4">
                  <p:embed/>
                  <p:pic>
                    <p:nvPicPr>
                      <p:cNvPr id="11982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26" name="Text Box 18"/>
          <p:cNvSpPr txBox="1">
            <a:spLocks noChangeArrowheads="1"/>
          </p:cNvSpPr>
          <p:nvPr/>
        </p:nvSpPr>
        <p:spPr bwMode="auto">
          <a:xfrm>
            <a:off x="1936750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aphicFrame>
        <p:nvGraphicFramePr>
          <p:cNvPr id="119827" name="Object 1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982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0" name="Text Box 22"/>
          <p:cNvSpPr txBox="1">
            <a:spLocks noChangeArrowheads="1"/>
          </p:cNvSpPr>
          <p:nvPr/>
        </p:nvSpPr>
        <p:spPr bwMode="auto">
          <a:xfrm>
            <a:off x="2324100" y="499745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 p p</a:t>
            </a:r>
          </a:p>
        </p:txBody>
      </p:sp>
      <p:graphicFrame>
        <p:nvGraphicFramePr>
          <p:cNvPr id="119832" name="Object 24"/>
          <p:cNvGraphicFramePr>
            <a:graphicFrameLocks noChangeAspect="1"/>
          </p:cNvGraphicFramePr>
          <p:nvPr/>
        </p:nvGraphicFramePr>
        <p:xfrm>
          <a:off x="930275" y="56388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48975" imgH="203112" progId="Equation.DSMT4">
                  <p:embed/>
                </p:oleObj>
              </mc:Choice>
              <mc:Fallback>
                <p:oleObj name="Equation" r:id="rId12" imgW="748975" imgH="203112" progId="Equation.DSMT4">
                  <p:embed/>
                  <p:pic>
                    <p:nvPicPr>
                      <p:cNvPr id="11983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6388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5" name="Text Box 27"/>
          <p:cNvSpPr txBox="1">
            <a:spLocks noChangeArrowheads="1"/>
          </p:cNvSpPr>
          <p:nvPr/>
        </p:nvSpPr>
        <p:spPr bwMode="auto">
          <a:xfrm>
            <a:off x="2352675" y="5988050"/>
            <a:ext cx="8953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 p p</a:t>
            </a:r>
          </a:p>
        </p:txBody>
      </p:sp>
      <p:graphicFrame>
        <p:nvGraphicFramePr>
          <p:cNvPr id="119846" name="Object 38"/>
          <p:cNvGraphicFramePr>
            <a:graphicFrameLocks noChangeAspect="1"/>
          </p:cNvGraphicFramePr>
          <p:nvPr/>
        </p:nvGraphicFramePr>
        <p:xfrm>
          <a:off x="3225800" y="4432300"/>
          <a:ext cx="15335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69900" progId="Equation.DSMT4">
                  <p:embed/>
                </p:oleObj>
              </mc:Choice>
              <mc:Fallback>
                <p:oleObj name="Equation" r:id="rId14" imgW="1066800" imgH="469900" progId="Equation.DSMT4">
                  <p:embed/>
                  <p:pic>
                    <p:nvPicPr>
                      <p:cNvPr id="11984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4432300"/>
                        <a:ext cx="15335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8" name="Object 40"/>
          <p:cNvGraphicFramePr>
            <a:graphicFrameLocks noChangeAspect="1"/>
          </p:cNvGraphicFramePr>
          <p:nvPr/>
        </p:nvGraphicFramePr>
        <p:xfrm>
          <a:off x="2366963" y="4497388"/>
          <a:ext cx="6715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69696" imgH="393529" progId="Equation.DSMT4">
                  <p:embed/>
                </p:oleObj>
              </mc:Choice>
              <mc:Fallback>
                <p:oleObj name="Equation" r:id="rId16" imgW="469696" imgH="393529" progId="Equation.DSMT4">
                  <p:embed/>
                  <p:pic>
                    <p:nvPicPr>
                      <p:cNvPr id="11984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6963" y="4497388"/>
                        <a:ext cx="6715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9" name="Object 41"/>
          <p:cNvGraphicFramePr>
            <a:graphicFrameLocks noChangeAspect="1"/>
          </p:cNvGraphicFramePr>
          <p:nvPr/>
        </p:nvGraphicFramePr>
        <p:xfrm>
          <a:off x="1933575" y="4505325"/>
          <a:ext cx="43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304536" imgH="393359" progId="Equation.DSMT4">
                  <p:embed/>
                </p:oleObj>
              </mc:Choice>
              <mc:Fallback>
                <p:oleObj name="Equation" r:id="rId18" imgW="304536" imgH="393359" progId="Equation.DSMT4">
                  <p:embed/>
                  <p:pic>
                    <p:nvPicPr>
                      <p:cNvPr id="11984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3575" y="4505325"/>
                        <a:ext cx="43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0" name="Object 42"/>
          <p:cNvGraphicFramePr>
            <a:graphicFrameLocks noChangeAspect="1"/>
          </p:cNvGraphicFramePr>
          <p:nvPr/>
        </p:nvGraphicFramePr>
        <p:xfrm>
          <a:off x="3463925" y="5422900"/>
          <a:ext cx="1824038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9449" imgH="469696" progId="Equation.DSMT4">
                  <p:embed/>
                </p:oleObj>
              </mc:Choice>
              <mc:Fallback>
                <p:oleObj name="Equation" r:id="rId20" imgW="1269449" imgH="469696" progId="Equation.DSMT4">
                  <p:embed/>
                  <p:pic>
                    <p:nvPicPr>
                      <p:cNvPr id="11985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3925" y="5422900"/>
                        <a:ext cx="1824038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2" name="Object 44"/>
          <p:cNvGraphicFramePr>
            <a:graphicFrameLocks noChangeAspect="1"/>
          </p:cNvGraphicFramePr>
          <p:nvPr/>
        </p:nvGraphicFramePr>
        <p:xfrm>
          <a:off x="2432050" y="5497513"/>
          <a:ext cx="835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83947" imgH="393529" progId="Equation.DSMT4">
                  <p:embed/>
                </p:oleObj>
              </mc:Choice>
              <mc:Fallback>
                <p:oleObj name="Equation" r:id="rId22" imgW="583947" imgH="393529" progId="Equation.DSMT4">
                  <p:embed/>
                  <p:pic>
                    <p:nvPicPr>
                      <p:cNvPr id="119852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2050" y="5497513"/>
                        <a:ext cx="835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3" name="Object 45"/>
          <p:cNvGraphicFramePr>
            <a:graphicFrameLocks noChangeAspect="1"/>
          </p:cNvGraphicFramePr>
          <p:nvPr/>
        </p:nvGraphicFramePr>
        <p:xfrm>
          <a:off x="1973263" y="5495925"/>
          <a:ext cx="47148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30057" imgH="393529" progId="Equation.DSMT4">
                  <p:embed/>
                </p:oleObj>
              </mc:Choice>
              <mc:Fallback>
                <p:oleObj name="Equation" r:id="rId24" imgW="330057" imgH="393529" progId="Equation.DSMT4">
                  <p:embed/>
                  <p:pic>
                    <p:nvPicPr>
                      <p:cNvPr id="119853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3263" y="5495925"/>
                        <a:ext cx="47148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36"/>
          <p:cNvGraphicFramePr>
            <a:graphicFrameLocks noChangeAspect="1"/>
          </p:cNvGraphicFramePr>
          <p:nvPr/>
        </p:nvGraphicFramePr>
        <p:xfrm>
          <a:off x="6653213" y="3479800"/>
          <a:ext cx="992187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685800" imgH="419100" progId="Equation.DSMT4">
                  <p:embed/>
                </p:oleObj>
              </mc:Choice>
              <mc:Fallback>
                <p:oleObj name="Equation" r:id="rId26" imgW="685800" imgH="419100" progId="Equation.DSMT4">
                  <p:embed/>
                  <p:pic>
                    <p:nvPicPr>
                      <p:cNvPr id="3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3213" y="3479800"/>
                        <a:ext cx="992187" cy="5984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5" name="Object 47"/>
          <p:cNvGraphicFramePr>
            <a:graphicFrameLocks noChangeAspect="1"/>
          </p:cNvGraphicFramePr>
          <p:nvPr/>
        </p:nvGraphicFramePr>
        <p:xfrm>
          <a:off x="6677025" y="3429000"/>
          <a:ext cx="9747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72808" imgH="457002" progId="Equation.DSMT4">
                  <p:embed/>
                </p:oleObj>
              </mc:Choice>
              <mc:Fallback>
                <p:oleObj name="Equation" r:id="rId28" imgW="672808" imgH="457002" progId="Equation.DSMT4">
                  <p:embed/>
                  <p:pic>
                    <p:nvPicPr>
                      <p:cNvPr id="119855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7025" y="3429000"/>
                        <a:ext cx="97472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0" name="Object 2"/>
          <p:cNvGraphicFramePr>
            <a:graphicFrameLocks noChangeAspect="1"/>
          </p:cNvGraphicFramePr>
          <p:nvPr/>
        </p:nvGraphicFramePr>
        <p:xfrm>
          <a:off x="1965325" y="3500438"/>
          <a:ext cx="7302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981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5325" y="3500438"/>
                        <a:ext cx="7302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7" name="Object 39"/>
          <p:cNvGraphicFramePr>
            <a:graphicFrameLocks noChangeAspect="1"/>
          </p:cNvGraphicFramePr>
          <p:nvPr/>
        </p:nvGraphicFramePr>
        <p:xfrm>
          <a:off x="2333625" y="4503738"/>
          <a:ext cx="8953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622030" imgH="393529" progId="Equation.DSMT4">
                  <p:embed/>
                </p:oleObj>
              </mc:Choice>
              <mc:Fallback>
                <p:oleObj name="Equation" r:id="rId32" imgW="622030" imgH="393529" progId="Equation.DSMT4">
                  <p:embed/>
                  <p:pic>
                    <p:nvPicPr>
                      <p:cNvPr id="11984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3625" y="4503738"/>
                        <a:ext cx="8953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1" name="Object 43"/>
          <p:cNvGraphicFramePr>
            <a:graphicFrameLocks noChangeAspect="1"/>
          </p:cNvGraphicFramePr>
          <p:nvPr/>
        </p:nvGraphicFramePr>
        <p:xfrm>
          <a:off x="2398713" y="5494338"/>
          <a:ext cx="10779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748975" imgH="393529" progId="Equation.DSMT4">
                  <p:embed/>
                </p:oleObj>
              </mc:Choice>
              <mc:Fallback>
                <p:oleObj name="Equation" r:id="rId34" imgW="748975" imgH="393529" progId="Equation.DSMT4">
                  <p:embed/>
                  <p:pic>
                    <p:nvPicPr>
                      <p:cNvPr id="119851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8713" y="5494338"/>
                        <a:ext cx="1077912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2739B-399D-4534-BD49-F6BA9E710659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584464F0-3DBB-D0A0-7164-D25BBD1725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2" grpId="0" autoUpdateAnimBg="0"/>
      <p:bldP spid="119826" grpId="0" autoUpdateAnimBg="0"/>
      <p:bldP spid="119830" grpId="0" autoUpdateAnimBg="0"/>
      <p:bldP spid="119835" grpId="0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40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7652" name="Group 10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7676" name="Freeform 11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77" name="Oval 12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8" name="Oval 13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9" name="Oval 14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0" name="Oval 15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1" name="Oval 16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2" name="Oval 17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3" name="Oval 18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7653" name="Text Box 19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7654" name="Object 32"/>
          <p:cNvGraphicFramePr>
            <a:graphicFrameLocks noChangeAspect="1"/>
          </p:cNvGraphicFramePr>
          <p:nvPr/>
        </p:nvGraphicFramePr>
        <p:xfrm>
          <a:off x="838200" y="3781425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765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81425"/>
                        <a:ext cx="207803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9" name="Object 37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086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0" name="Text Box 38"/>
          <p:cNvSpPr txBox="1">
            <a:spLocks noChangeArrowheads="1"/>
          </p:cNvSpPr>
          <p:nvPr/>
        </p:nvSpPr>
        <p:spPr bwMode="auto">
          <a:xfrm>
            <a:off x="3352800" y="2819400"/>
            <a:ext cx="53340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Negativa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v.a. Geométricas.</a:t>
            </a:r>
          </a:p>
        </p:txBody>
      </p:sp>
      <p:graphicFrame>
        <p:nvGraphicFramePr>
          <p:cNvPr id="120871" name="Object 39"/>
          <p:cNvGraphicFramePr>
            <a:graphicFrameLocks noChangeAspect="1"/>
          </p:cNvGraphicFramePr>
          <p:nvPr/>
        </p:nvGraphicFramePr>
        <p:xfrm>
          <a:off x="3451225" y="3352800"/>
          <a:ext cx="892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2087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352800"/>
                        <a:ext cx="892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2" name="Text Box 40"/>
          <p:cNvSpPr txBox="1">
            <a:spLocks noChangeArrowheads="1"/>
          </p:cNvSpPr>
          <p:nvPr/>
        </p:nvSpPr>
        <p:spPr bwMode="auto">
          <a:xfrm>
            <a:off x="4343400" y="3487738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Geométrica</a:t>
            </a:r>
          </a:p>
        </p:txBody>
      </p:sp>
      <p:graphicFrame>
        <p:nvGraphicFramePr>
          <p:cNvPr id="120873" name="Object 41"/>
          <p:cNvGraphicFramePr>
            <a:graphicFrameLocks noChangeAspect="1"/>
          </p:cNvGraphicFramePr>
          <p:nvPr/>
        </p:nvGraphicFramePr>
        <p:xfrm>
          <a:off x="3429000" y="4648200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2087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4648200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4" name="Object 42"/>
          <p:cNvGraphicFramePr>
            <a:graphicFrameLocks noChangeAspect="1"/>
          </p:cNvGraphicFramePr>
          <p:nvPr/>
        </p:nvGraphicFramePr>
        <p:xfrm>
          <a:off x="5029200" y="4667250"/>
          <a:ext cx="9652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208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667250"/>
                        <a:ext cx="9652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5" name="Object 43"/>
          <p:cNvGraphicFramePr>
            <a:graphicFrameLocks noChangeAspect="1"/>
          </p:cNvGraphicFramePr>
          <p:nvPr/>
        </p:nvGraphicFramePr>
        <p:xfrm>
          <a:off x="5975350" y="4667250"/>
          <a:ext cx="6731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69696" imgH="431613" progId="Equation.DSMT4">
                  <p:embed/>
                </p:oleObj>
              </mc:Choice>
              <mc:Fallback>
                <p:oleObj name="Equation" r:id="rId12" imgW="469696" imgH="431613" progId="Equation.DSMT4">
                  <p:embed/>
                  <p:pic>
                    <p:nvPicPr>
                      <p:cNvPr id="1208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75350" y="4667250"/>
                        <a:ext cx="6731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6" name="Object 44"/>
          <p:cNvGraphicFramePr>
            <a:graphicFrameLocks noChangeAspect="1"/>
          </p:cNvGraphicFramePr>
          <p:nvPr/>
        </p:nvGraphicFramePr>
        <p:xfrm>
          <a:off x="3429000" y="5365750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2087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365750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7" name="Object 45"/>
          <p:cNvGraphicFramePr>
            <a:graphicFrameLocks noChangeAspect="1"/>
          </p:cNvGraphicFramePr>
          <p:nvPr/>
        </p:nvGraphicFramePr>
        <p:xfrm>
          <a:off x="5334000" y="5384800"/>
          <a:ext cx="112871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2087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5384800"/>
                        <a:ext cx="1128713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8" name="Object 46"/>
          <p:cNvGraphicFramePr>
            <a:graphicFrameLocks noChangeAspect="1"/>
          </p:cNvGraphicFramePr>
          <p:nvPr/>
        </p:nvGraphicFramePr>
        <p:xfrm>
          <a:off x="6438900" y="5384800"/>
          <a:ext cx="765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431613" progId="Equation.DSMT4">
                  <p:embed/>
                </p:oleObj>
              </mc:Choice>
              <mc:Fallback>
                <p:oleObj name="Equation" r:id="rId18" imgW="533169" imgH="431613" progId="Equation.DSMT4">
                  <p:embed/>
                  <p:pic>
                    <p:nvPicPr>
                      <p:cNvPr id="12087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38900" y="5384800"/>
                        <a:ext cx="765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9" name="Object 47"/>
          <p:cNvGraphicFramePr>
            <a:graphicFrameLocks noChangeAspect="1"/>
          </p:cNvGraphicFramePr>
          <p:nvPr/>
        </p:nvGraphicFramePr>
        <p:xfrm>
          <a:off x="7235825" y="5413375"/>
          <a:ext cx="5080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55446" imgH="418918" progId="Equation.DSMT4">
                  <p:embed/>
                </p:oleObj>
              </mc:Choice>
              <mc:Fallback>
                <p:oleObj name="Equation" r:id="rId20" imgW="355446" imgH="418918" progId="Equation.DSMT4">
                  <p:embed/>
                  <p:pic>
                    <p:nvPicPr>
                      <p:cNvPr id="120879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5413375"/>
                        <a:ext cx="5080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80" name="Text Box 48"/>
          <p:cNvSpPr txBox="1">
            <a:spLocks noChangeArrowheads="1"/>
          </p:cNvSpPr>
          <p:nvPr/>
        </p:nvSpPr>
        <p:spPr bwMode="auto">
          <a:xfrm>
            <a:off x="3381375" y="411480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</a:p>
        </p:txBody>
      </p:sp>
      <p:sp>
        <p:nvSpPr>
          <p:cNvPr id="120881" name="Oval 49"/>
          <p:cNvSpPr>
            <a:spLocks noChangeArrowheads="1"/>
          </p:cNvSpPr>
          <p:nvPr/>
        </p:nvSpPr>
        <p:spPr bwMode="auto">
          <a:xfrm>
            <a:off x="4705350" y="4162425"/>
            <a:ext cx="4492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2" name="Oval 50"/>
          <p:cNvSpPr>
            <a:spLocks noChangeArrowheads="1"/>
          </p:cNvSpPr>
          <p:nvPr/>
        </p:nvSpPr>
        <p:spPr bwMode="auto">
          <a:xfrm>
            <a:off x="5170488" y="4162425"/>
            <a:ext cx="747712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3" name="Oval 51"/>
          <p:cNvSpPr>
            <a:spLocks noChangeArrowheads="1"/>
          </p:cNvSpPr>
          <p:nvPr/>
        </p:nvSpPr>
        <p:spPr bwMode="auto">
          <a:xfrm>
            <a:off x="5922963" y="4162425"/>
            <a:ext cx="615950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4" name="Rectangle 52"/>
          <p:cNvSpPr>
            <a:spLocks noChangeArrowheads="1"/>
          </p:cNvSpPr>
          <p:nvPr/>
        </p:nvSpPr>
        <p:spPr bwMode="auto">
          <a:xfrm>
            <a:off x="4583113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2</a:t>
            </a:r>
          </a:p>
        </p:txBody>
      </p:sp>
      <p:sp>
        <p:nvSpPr>
          <p:cNvPr id="120885" name="Rectangle 53"/>
          <p:cNvSpPr>
            <a:spLocks noChangeArrowheads="1"/>
          </p:cNvSpPr>
          <p:nvPr/>
        </p:nvSpPr>
        <p:spPr bwMode="auto">
          <a:xfrm>
            <a:off x="518318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4</a:t>
            </a:r>
          </a:p>
        </p:txBody>
      </p:sp>
      <p:sp>
        <p:nvSpPr>
          <p:cNvPr id="120886" name="Rectangle 54"/>
          <p:cNvSpPr>
            <a:spLocks noChangeArrowheads="1"/>
          </p:cNvSpPr>
          <p:nvPr/>
        </p:nvSpPr>
        <p:spPr bwMode="auto">
          <a:xfrm>
            <a:off x="588803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sp>
        <p:nvSpPr>
          <p:cNvPr id="120887" name="Rectangle 55"/>
          <p:cNvSpPr>
            <a:spLocks noChangeArrowheads="1"/>
          </p:cNvSpPr>
          <p:nvPr/>
        </p:nvSpPr>
        <p:spPr bwMode="auto">
          <a:xfrm>
            <a:off x="6581775" y="4110038"/>
            <a:ext cx="192257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9 </a:t>
            </a:r>
            <a:r>
              <a:rPr lang="pt-BR" altLang="pt-BR" sz="1600" dirty="0">
                <a:latin typeface="Tahoma" panose="020B0604030504040204" pitchFamily="34" charset="0"/>
              </a:rPr>
              <a:t>(fracassos)</a:t>
            </a:r>
          </a:p>
        </p:txBody>
      </p:sp>
      <p:graphicFrame>
        <p:nvGraphicFramePr>
          <p:cNvPr id="120888" name="Object 56"/>
          <p:cNvGraphicFramePr>
            <a:graphicFrameLocks noChangeAspect="1"/>
          </p:cNvGraphicFramePr>
          <p:nvPr/>
        </p:nvGraphicFramePr>
        <p:xfrm>
          <a:off x="6680200" y="4695825"/>
          <a:ext cx="47307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200" imgH="419100" progId="Equation.DSMT4">
                  <p:embed/>
                </p:oleObj>
              </mc:Choice>
              <mc:Fallback>
                <p:oleObj name="Equation" r:id="rId22" imgW="330200" imgH="419100" progId="Equation.DSMT4">
                  <p:embed/>
                  <p:pic>
                    <p:nvPicPr>
                      <p:cNvPr id="12088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0200" y="4695825"/>
                        <a:ext cx="473075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18AA81-F4AF-4D33-B2D1-6D8C9736A65E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481396B1-03F6-6B38-D722-C087DFE4E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70" grpId="0" autoUpdateAnimBg="0"/>
      <p:bldP spid="120872" grpId="0" autoUpdateAnimBg="0"/>
      <p:bldP spid="120880" grpId="0" autoUpdateAnimBg="0"/>
      <p:bldP spid="120881" grpId="0" animBg="1"/>
      <p:bldP spid="120882" grpId="0" animBg="1"/>
      <p:bldP spid="120883" grpId="0" animBg="1"/>
      <p:bldP spid="120884" grpId="0" autoUpdateAnimBg="0"/>
      <p:bldP spid="120885" grpId="0" autoUpdateAnimBg="0"/>
      <p:bldP spid="120886" grpId="0" autoUpdateAnimBg="0"/>
      <p:bldP spid="120887" grpId="0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867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868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8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8677" name="Text Box 35"/>
          <p:cNvSpPr txBox="1">
            <a:spLocks noChangeArrowheads="1"/>
          </p:cNvSpPr>
          <p:nvPr/>
        </p:nvSpPr>
        <p:spPr bwMode="auto">
          <a:xfrm>
            <a:off x="68580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8678" name="Object 36"/>
          <p:cNvGraphicFramePr>
            <a:graphicFrameLocks noChangeAspect="1"/>
          </p:cNvGraphicFramePr>
          <p:nvPr/>
        </p:nvGraphicFramePr>
        <p:xfrm>
          <a:off x="2816225" y="2979738"/>
          <a:ext cx="206057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867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2979738"/>
                        <a:ext cx="206057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3" name="Object 37"/>
          <p:cNvGraphicFramePr>
            <a:graphicFrameLocks noChangeAspect="1"/>
          </p:cNvGraphicFramePr>
          <p:nvPr/>
        </p:nvGraphicFramePr>
        <p:xfrm>
          <a:off x="2816225" y="3810000"/>
          <a:ext cx="1035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23586" imgH="418918" progId="Equation.DSMT4">
                  <p:embed/>
                </p:oleObj>
              </mc:Choice>
              <mc:Fallback>
                <p:oleObj name="Equation" r:id="rId4" imgW="723586" imgH="418918" progId="Equation.DSMT4">
                  <p:embed/>
                  <p:pic>
                    <p:nvPicPr>
                      <p:cNvPr id="121893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3810000"/>
                        <a:ext cx="10350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4" name="Object 38"/>
          <p:cNvGraphicFramePr>
            <a:graphicFrameLocks noChangeAspect="1"/>
          </p:cNvGraphicFramePr>
          <p:nvPr/>
        </p:nvGraphicFramePr>
        <p:xfrm>
          <a:off x="2816225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2189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81" name="Text Box 39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1896" name="Object 40"/>
          <p:cNvGraphicFramePr>
            <a:graphicFrameLocks noChangeAspect="1"/>
          </p:cNvGraphicFramePr>
          <p:nvPr/>
        </p:nvGraphicFramePr>
        <p:xfrm>
          <a:off x="4876800" y="2963863"/>
          <a:ext cx="1820863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9449" imgH="482391" progId="Equation.DSMT4">
                  <p:embed/>
                </p:oleObj>
              </mc:Choice>
              <mc:Fallback>
                <p:oleObj name="Equation" r:id="rId8" imgW="1269449" imgH="482391" progId="Equation.DSMT4">
                  <p:embed/>
                  <p:pic>
                    <p:nvPicPr>
                      <p:cNvPr id="12189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2963863"/>
                        <a:ext cx="1820863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3848100" y="3817938"/>
          <a:ext cx="15271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66337" imgH="393529" progId="Equation.DSMT4">
                  <p:embed/>
                </p:oleObj>
              </mc:Choice>
              <mc:Fallback>
                <p:oleObj name="Equation" r:id="rId10" imgW="1066337" imgH="393529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48100" y="3817938"/>
                        <a:ext cx="15271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8" name="Object 42"/>
          <p:cNvGraphicFramePr>
            <a:graphicFrameLocks noChangeAspect="1"/>
          </p:cNvGraphicFramePr>
          <p:nvPr/>
        </p:nvGraphicFramePr>
        <p:xfrm>
          <a:off x="4057650" y="4505325"/>
          <a:ext cx="185420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95400" imgH="393700" progId="Equation.DSMT4">
                  <p:embed/>
                </p:oleObj>
              </mc:Choice>
              <mc:Fallback>
                <p:oleObj name="Equation" r:id="rId12" imgW="1295400" imgH="393700" progId="Equation.DSMT4">
                  <p:embed/>
                  <p:pic>
                    <p:nvPicPr>
                      <p:cNvPr id="12189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7650" y="4505325"/>
                        <a:ext cx="185420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7A9FD14-746D-4C0A-9148-DFE4F2DE967F}" type="slidenum">
              <a:rPr lang="pt-BR"/>
              <a:pPr>
                <a:defRPr/>
              </a:pPr>
              <a:t>36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ahoma" panose="020B0604030504040204" pitchFamily="34" charset="0"/>
                </a:rPr>
                <a:t> sucessos.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2946777" y="6079564"/>
            <a:ext cx="1914525" cy="654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333500" imgH="457200" progId="Equation.DSMT4">
                    <p:embed/>
                  </p:oleObj>
                </mc:Choice>
                <mc:Fallback>
                  <p:oleObj name="Equation" r:id="rId14" imgW="1333500" imgH="4572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46777" y="6079564"/>
                          <a:ext cx="1914525" cy="6540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64019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,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+1, ...,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84" y="6105758"/>
            <a:ext cx="906463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725" imgH="418918" progId="Equation.DSMT4">
                    <p:embed/>
                  </p:oleObj>
                </mc:Choice>
                <mc:Fallback>
                  <p:oleObj name="Equation" r:id="rId16" imgW="634725" imgH="418918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84" y="6105758"/>
                          <a:ext cx="906463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447" imgH="418918" progId="Equation.DSMT4">
                    <p:embed/>
                  </p:oleObj>
                </mc:Choice>
                <mc:Fallback>
                  <p:oleObj name="Equation" r:id="rId18" imgW="812447" imgH="418918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0A1A8019-DACA-DF12-6DCA-A64ACCFEB1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6310" y="4785607"/>
          <a:ext cx="1014412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418918" progId="Equation.DSMT4">
                  <p:embed/>
                </p:oleObj>
              </mc:Choice>
              <mc:Fallback>
                <p:oleObj name="Equation" r:id="rId2" imgW="710891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6310" y="4785607"/>
                        <a:ext cx="1014412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69804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69804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6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5842" name="Picture 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5843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23409" y="3973313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upo 4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5844" name="Picture 4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255485" y="6058790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69371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876256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0,8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688828" y="4802723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5617146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2969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2970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9741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42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3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4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5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6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7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8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22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4" name="Text Box 14"/>
          <p:cNvSpPr txBox="1">
            <a:spLocks noChangeArrowheads="1"/>
          </p:cNvSpPr>
          <p:nvPr/>
        </p:nvSpPr>
        <p:spPr bwMode="auto">
          <a:xfrm>
            <a:off x="2819400" y="2971800"/>
            <a:ext cx="5638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       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imes New Roman" pitchFamily="18" charset="0"/>
              </a:rPr>
              <a:t> = 7         </a:t>
            </a:r>
            <a:r>
              <a:rPr lang="pt-BR" altLang="pt-BR" sz="1600" i="1" dirty="0">
                <a:latin typeface="Times New Roman" pitchFamily="18" charset="0"/>
              </a:rPr>
              <a:t>K</a:t>
            </a:r>
            <a:r>
              <a:rPr lang="pt-BR" altLang="pt-BR" sz="1600" dirty="0">
                <a:latin typeface="Times New Roman" pitchFamily="18" charset="0"/>
              </a:rPr>
              <a:t> = 5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5" name="Text Box 15"/>
          <p:cNvSpPr txBox="1">
            <a:spLocks noChangeArrowheads="1"/>
          </p:cNvSpPr>
          <p:nvPr/>
        </p:nvSpPr>
        <p:spPr bwMode="auto">
          <a:xfrm>
            <a:off x="4787900" y="4725988"/>
            <a:ext cx="838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33136" name="Object 16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3313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7" name="Object 17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33137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8" name="Object 18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3313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9" name="Object 19"/>
          <p:cNvGraphicFramePr>
            <a:graphicFrameLocks noChangeAspect="1"/>
          </p:cNvGraphicFramePr>
          <p:nvPr/>
        </p:nvGraphicFramePr>
        <p:xfrm>
          <a:off x="2743200" y="3629025"/>
          <a:ext cx="163513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102" imgH="177492" progId="Equation.DSMT4">
                  <p:embed/>
                </p:oleObj>
              </mc:Choice>
              <mc:Fallback>
                <p:oleObj name="Equation" r:id="rId8" imgW="114102" imgH="177492" progId="Equation.DSMT4">
                  <p:embed/>
                  <p:pic>
                    <p:nvPicPr>
                      <p:cNvPr id="13313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00" y="3629025"/>
                        <a:ext cx="163513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0" name="Text Box 20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a a</a:t>
            </a:r>
          </a:p>
        </p:txBody>
      </p:sp>
      <p:graphicFrame>
        <p:nvGraphicFramePr>
          <p:cNvPr id="133141" name="Object 21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331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2" name="Object 22"/>
          <p:cNvGraphicFramePr>
            <a:graphicFrameLocks noChangeAspect="1"/>
          </p:cNvGraphicFramePr>
          <p:nvPr/>
        </p:nvGraphicFramePr>
        <p:xfrm>
          <a:off x="2381250" y="449580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13314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81250" y="449580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3" name="Object 23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3314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4" name="Text Box 24"/>
          <p:cNvSpPr txBox="1">
            <a:spLocks noChangeArrowheads="1"/>
          </p:cNvSpPr>
          <p:nvPr/>
        </p:nvSpPr>
        <p:spPr bwMode="auto">
          <a:xfrm>
            <a:off x="2330450" y="4997450"/>
            <a:ext cx="5794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a a</a:t>
            </a:r>
          </a:p>
        </p:txBody>
      </p:sp>
      <p:graphicFrame>
        <p:nvGraphicFramePr>
          <p:cNvPr id="133145" name="Object 25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3314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6" name="Object 26"/>
          <p:cNvGraphicFramePr>
            <a:graphicFrameLocks noChangeAspect="1"/>
          </p:cNvGraphicFramePr>
          <p:nvPr/>
        </p:nvGraphicFramePr>
        <p:xfrm>
          <a:off x="3086100" y="4492625"/>
          <a:ext cx="8366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83947" imgH="393529" progId="Equation.DSMT4">
                  <p:embed/>
                </p:oleObj>
              </mc:Choice>
              <mc:Fallback>
                <p:oleObj name="Equation" r:id="rId17" imgW="583947" imgH="393529" progId="Equation.DSMT4">
                  <p:embed/>
                  <p:pic>
                    <p:nvPicPr>
                      <p:cNvPr id="13314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4492625"/>
                        <a:ext cx="8366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7" name="Object 27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3314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8" name="Object 28"/>
          <p:cNvGraphicFramePr>
            <a:graphicFrameLocks noChangeAspect="1"/>
          </p:cNvGraphicFramePr>
          <p:nvPr/>
        </p:nvGraphicFramePr>
        <p:xfrm>
          <a:off x="2362200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3314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9" name="Object 29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33149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0" name="Text Box 30"/>
          <p:cNvSpPr txBox="1">
            <a:spLocks noChangeArrowheads="1"/>
          </p:cNvSpPr>
          <p:nvPr/>
        </p:nvSpPr>
        <p:spPr bwMode="auto">
          <a:xfrm>
            <a:off x="2330450" y="5911850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a</a:t>
            </a:r>
          </a:p>
        </p:txBody>
      </p:sp>
      <p:graphicFrame>
        <p:nvGraphicFramePr>
          <p:cNvPr id="133151" name="Object 31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33151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2" name="Object 32"/>
          <p:cNvGraphicFramePr>
            <a:graphicFrameLocks noChangeAspect="1"/>
          </p:cNvGraphicFramePr>
          <p:nvPr/>
        </p:nvGraphicFramePr>
        <p:xfrm>
          <a:off x="3067050" y="5407025"/>
          <a:ext cx="8366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83947" imgH="393529" progId="Equation.DSMT4">
                  <p:embed/>
                </p:oleObj>
              </mc:Choice>
              <mc:Fallback>
                <p:oleObj name="Equation" r:id="rId26" imgW="583947" imgH="393529" progId="Equation.DSMT4">
                  <p:embed/>
                  <p:pic>
                    <p:nvPicPr>
                      <p:cNvPr id="133152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7050" y="5407025"/>
                        <a:ext cx="8366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3" name="Object 33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3315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4" name="Object 34"/>
          <p:cNvGraphicFramePr>
            <a:graphicFrameLocks noChangeAspect="1"/>
          </p:cNvGraphicFramePr>
          <p:nvPr/>
        </p:nvGraphicFramePr>
        <p:xfrm>
          <a:off x="6353175" y="347345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495085" imgH="393529" progId="Equation.DSMT4">
                  <p:embed/>
                </p:oleObj>
              </mc:Choice>
              <mc:Fallback>
                <p:oleObj name="Equation" r:id="rId30" imgW="495085" imgH="393529" progId="Equation.DSMT4">
                  <p:embed/>
                  <p:pic>
                    <p:nvPicPr>
                      <p:cNvPr id="13315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175" y="347345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5" name="Object 35"/>
          <p:cNvGraphicFramePr>
            <a:graphicFrameLocks noChangeAspect="1"/>
          </p:cNvGraphicFramePr>
          <p:nvPr/>
        </p:nvGraphicFramePr>
        <p:xfrm>
          <a:off x="6359525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3315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9525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6" name="Object 36"/>
          <p:cNvGraphicFramePr>
            <a:graphicFrameLocks noChangeAspect="1"/>
          </p:cNvGraphicFramePr>
          <p:nvPr/>
        </p:nvGraphicFramePr>
        <p:xfrm>
          <a:off x="7078663" y="3473450"/>
          <a:ext cx="69373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482391" imgH="393529" progId="Equation.DSMT4">
                  <p:embed/>
                </p:oleObj>
              </mc:Choice>
              <mc:Fallback>
                <p:oleObj name="Equation" r:id="rId33" imgW="482391" imgH="393529" progId="Equation.DSMT4">
                  <p:embed/>
                  <p:pic>
                    <p:nvPicPr>
                      <p:cNvPr id="13315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78663" y="3473450"/>
                        <a:ext cx="69373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7" name="Text Box 37"/>
          <p:cNvSpPr txBox="1">
            <a:spLocks noChangeArrowheads="1"/>
          </p:cNvSpPr>
          <p:nvPr/>
        </p:nvSpPr>
        <p:spPr bwMode="auto">
          <a:xfrm>
            <a:off x="6348413" y="3975100"/>
            <a:ext cx="557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v</a:t>
            </a:r>
          </a:p>
        </p:txBody>
      </p:sp>
      <p:grpSp>
        <p:nvGrpSpPr>
          <p:cNvPr id="3" name="Group 64"/>
          <p:cNvGrpSpPr>
            <a:grpSpLocks/>
          </p:cNvGrpSpPr>
          <p:nvPr/>
        </p:nvGrpSpPr>
        <p:grpSpPr bwMode="auto">
          <a:xfrm>
            <a:off x="5435600" y="4337050"/>
            <a:ext cx="3475038" cy="1162050"/>
            <a:chOff x="3424" y="2635"/>
            <a:chExt cx="2189" cy="732"/>
          </a:xfrm>
        </p:grpSpPr>
        <p:sp>
          <p:nvSpPr>
            <p:cNvPr id="29739" name="Rectangle 39"/>
            <p:cNvSpPr>
              <a:spLocks noChangeArrowheads="1"/>
            </p:cNvSpPr>
            <p:nvPr/>
          </p:nvSpPr>
          <p:spPr bwMode="auto">
            <a:xfrm>
              <a:off x="3424" y="2784"/>
              <a:ext cx="1648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9740" name="Object 40"/>
            <p:cNvGraphicFramePr>
              <a:graphicFrameLocks noChangeAspect="1"/>
            </p:cNvGraphicFramePr>
            <p:nvPr/>
          </p:nvGraphicFramePr>
          <p:xfrm>
            <a:off x="3990" y="2635"/>
            <a:ext cx="1623" cy="7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1790700" imgH="812800" progId="Equation.DSMT4">
                    <p:embed/>
                  </p:oleObj>
                </mc:Choice>
                <mc:Fallback>
                  <p:oleObj name="Equation" r:id="rId35" imgW="1790700" imgH="812800" progId="Equation.DSMT4">
                    <p:embed/>
                    <p:pic>
                      <p:nvPicPr>
                        <p:cNvPr id="29740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90" y="2635"/>
                          <a:ext cx="1623" cy="73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3161" name="Object 41"/>
          <p:cNvGraphicFramePr>
            <a:graphicFrameLocks noChangeAspect="1"/>
          </p:cNvGraphicFramePr>
          <p:nvPr/>
        </p:nvGraphicFramePr>
        <p:xfrm>
          <a:off x="5405438" y="4621213"/>
          <a:ext cx="908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34725" imgH="418918" progId="Equation.DSMT4">
                  <p:embed/>
                </p:oleObj>
              </mc:Choice>
              <mc:Fallback>
                <p:oleObj name="Equation" r:id="rId37" imgW="634725" imgH="418918" progId="Equation.DSMT4">
                  <p:embed/>
                  <p:pic>
                    <p:nvPicPr>
                      <p:cNvPr id="13316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05438" y="4621213"/>
                        <a:ext cx="90805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62" name="Object 42"/>
          <p:cNvGraphicFramePr>
            <a:graphicFrameLocks noChangeAspect="1"/>
          </p:cNvGraphicFramePr>
          <p:nvPr/>
        </p:nvGraphicFramePr>
        <p:xfrm>
          <a:off x="5257800" y="550545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384300" imgH="914400" progId="Equation.DSMT4">
                  <p:embed/>
                </p:oleObj>
              </mc:Choice>
              <mc:Fallback>
                <p:oleObj name="Equation" r:id="rId39" imgW="1384300" imgH="914400" progId="Equation.DSMT4">
                  <p:embed/>
                  <p:pic>
                    <p:nvPicPr>
                      <p:cNvPr id="133162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550545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43"/>
          <p:cNvGrpSpPr>
            <a:grpSpLocks/>
          </p:cNvGrpSpPr>
          <p:nvPr/>
        </p:nvGrpSpPr>
        <p:grpSpPr bwMode="auto">
          <a:xfrm>
            <a:off x="2809875" y="2606675"/>
            <a:ext cx="3513138" cy="727075"/>
            <a:chOff x="1770" y="1642"/>
            <a:chExt cx="2213" cy="458"/>
          </a:xfrm>
        </p:grpSpPr>
        <p:sp>
          <p:nvSpPr>
            <p:cNvPr id="29737" name="Text Box 44"/>
            <p:cNvSpPr txBox="1">
              <a:spLocks noChangeArrowheads="1"/>
            </p:cNvSpPr>
            <p:nvPr/>
          </p:nvSpPr>
          <p:spPr bwMode="auto">
            <a:xfrm>
              <a:off x="1832" y="1642"/>
              <a:ext cx="21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retiradas da urna</a:t>
              </a:r>
            </a:p>
          </p:txBody>
        </p:sp>
        <p:sp>
          <p:nvSpPr>
            <p:cNvPr id="29738" name="Oval 45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6"/>
          <p:cNvGrpSpPr>
            <a:grpSpLocks/>
          </p:cNvGrpSpPr>
          <p:nvPr/>
        </p:nvGrpSpPr>
        <p:grpSpPr bwMode="auto">
          <a:xfrm>
            <a:off x="3662363" y="2952750"/>
            <a:ext cx="3203575" cy="660400"/>
            <a:chOff x="1770" y="1860"/>
            <a:chExt cx="2018" cy="416"/>
          </a:xfrm>
        </p:grpSpPr>
        <p:sp>
          <p:nvSpPr>
            <p:cNvPr id="29735" name="Text Box 47"/>
            <p:cNvSpPr txBox="1">
              <a:spLocks noChangeArrowheads="1"/>
            </p:cNvSpPr>
            <p:nvPr/>
          </p:nvSpPr>
          <p:spPr bwMode="auto">
            <a:xfrm>
              <a:off x="1916" y="2064"/>
              <a:ext cx="18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total de bolas na urna</a:t>
              </a:r>
            </a:p>
          </p:txBody>
        </p:sp>
        <p:sp>
          <p:nvSpPr>
            <p:cNvPr id="29736" name="Oval 48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4595813" y="2946400"/>
            <a:ext cx="4037013" cy="387350"/>
            <a:chOff x="1770" y="1856"/>
            <a:chExt cx="2543" cy="244"/>
          </a:xfrm>
        </p:grpSpPr>
        <p:sp>
          <p:nvSpPr>
            <p:cNvPr id="29733" name="Text Box 50"/>
            <p:cNvSpPr txBox="1">
              <a:spLocks noChangeArrowheads="1"/>
            </p:cNvSpPr>
            <p:nvPr/>
          </p:nvSpPr>
          <p:spPr bwMode="auto">
            <a:xfrm>
              <a:off x="2129" y="1856"/>
              <a:ext cx="218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vermelhas na urna</a:t>
              </a:r>
            </a:p>
          </p:txBody>
        </p:sp>
        <p:sp>
          <p:nvSpPr>
            <p:cNvPr id="29734" name="Oval 51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6942B7-70C4-4652-A545-EA23CECF51CC}" type="slidenum">
              <a:rPr lang="pt-BR"/>
              <a:pPr>
                <a:defRPr/>
              </a:pPr>
              <a:t>38</a:t>
            </a:fld>
            <a:endParaRPr lang="pt-BR"/>
          </a:p>
        </p:txBody>
      </p:sp>
      <p:grpSp>
        <p:nvGrpSpPr>
          <p:cNvPr id="53" name="Grupo 52"/>
          <p:cNvGrpSpPr/>
          <p:nvPr/>
        </p:nvGrpSpPr>
        <p:grpSpPr>
          <a:xfrm>
            <a:off x="1317816" y="3224176"/>
            <a:ext cx="2672968" cy="352499"/>
            <a:chOff x="2665615" y="5408815"/>
            <a:chExt cx="2672968" cy="352499"/>
          </a:xfrm>
        </p:grpSpPr>
        <p:sp>
          <p:nvSpPr>
            <p:cNvPr id="54" name="Retângulo 53"/>
            <p:cNvSpPr/>
            <p:nvPr/>
          </p:nvSpPr>
          <p:spPr>
            <a:xfrm>
              <a:off x="2731779" y="5484315"/>
              <a:ext cx="260680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200" dirty="0">
                  <a:solidFill>
                    <a:schemeClr val="accent2"/>
                  </a:solidFill>
                  <a:latin typeface="Tahoma" panose="020B0604030504040204" pitchFamily="34" charset="0"/>
                </a:rPr>
                <a:t>não é possível obter 3 bolas azuis!</a:t>
              </a:r>
            </a:p>
          </p:txBody>
        </p:sp>
        <p:cxnSp>
          <p:nvCxnSpPr>
            <p:cNvPr id="55" name="Conector de seta reta 54"/>
            <p:cNvCxnSpPr/>
            <p:nvPr/>
          </p:nvCxnSpPr>
          <p:spPr>
            <a:xfrm flipH="1" flipV="1">
              <a:off x="2665615" y="5408815"/>
              <a:ext cx="133003" cy="15517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clickPar">
                      <p:stCondLst>
                        <p:cond delay="indefinite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clickPar">
                      <p:stCondLst>
                        <p:cond delay="indefinite"/>
                      </p:stCondLst>
                      <p:childTnLst>
                        <p:par>
                          <p:cTn id="1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133134" grpId="0" autoUpdateAnimBg="0"/>
      <p:bldP spid="133135" grpId="0" autoUpdateAnimBg="0"/>
      <p:bldP spid="133140" grpId="0" autoUpdateAnimBg="0"/>
      <p:bldP spid="133144" grpId="0" autoUpdateAnimBg="0"/>
      <p:bldP spid="133150" grpId="0" autoUpdateAnimBg="0"/>
      <p:bldP spid="133157" grpId="0" autoUpdateAnimBg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0739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0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1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2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3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4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072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0726" name="Object 42"/>
          <p:cNvGraphicFramePr>
            <a:graphicFrameLocks noChangeAspect="1"/>
          </p:cNvGraphicFramePr>
          <p:nvPr/>
        </p:nvGraphicFramePr>
        <p:xfrm>
          <a:off x="838200" y="373380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072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3380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6" name="Object 52"/>
          <p:cNvGraphicFramePr>
            <a:graphicFrameLocks noChangeAspect="1"/>
          </p:cNvGraphicFramePr>
          <p:nvPr/>
        </p:nvGraphicFramePr>
        <p:xfrm>
          <a:off x="914400" y="5324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3956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324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7" name="Object 53"/>
          <p:cNvGraphicFramePr>
            <a:graphicFrameLocks noChangeAspect="1"/>
          </p:cNvGraphicFramePr>
          <p:nvPr/>
        </p:nvGraphicFramePr>
        <p:xfrm>
          <a:off x="4267200" y="2590800"/>
          <a:ext cx="12033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37836" imgH="393529" progId="Equation.DSMT4">
                  <p:embed/>
                </p:oleObj>
              </mc:Choice>
              <mc:Fallback>
                <p:oleObj name="Equation" r:id="rId6" imgW="837836" imgH="393529" progId="Equation.DSMT4">
                  <p:embed/>
                  <p:pic>
                    <p:nvPicPr>
                      <p:cNvPr id="1239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2590800"/>
                        <a:ext cx="12033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8" name="Object 54"/>
          <p:cNvGraphicFramePr>
            <a:graphicFrameLocks noChangeAspect="1"/>
          </p:cNvGraphicFramePr>
          <p:nvPr/>
        </p:nvGraphicFramePr>
        <p:xfrm>
          <a:off x="4267200" y="3276600"/>
          <a:ext cx="26257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28800" imgH="393700" progId="Equation.DSMT4">
                  <p:embed/>
                </p:oleObj>
              </mc:Choice>
              <mc:Fallback>
                <p:oleObj name="Equation" r:id="rId8" imgW="1828800" imgH="393700" progId="Equation.DSMT4">
                  <p:embed/>
                  <p:pic>
                    <p:nvPicPr>
                      <p:cNvPr id="123958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3276600"/>
                        <a:ext cx="26257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59" name="Text Box 55"/>
          <p:cNvSpPr txBox="1">
            <a:spLocks noChangeArrowheads="1"/>
          </p:cNvSpPr>
          <p:nvPr/>
        </p:nvSpPr>
        <p:spPr bwMode="auto">
          <a:xfrm>
            <a:off x="4175125" y="3962400"/>
            <a:ext cx="289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for muito grande:</a:t>
            </a:r>
          </a:p>
        </p:txBody>
      </p:sp>
      <p:graphicFrame>
        <p:nvGraphicFramePr>
          <p:cNvPr id="123960" name="Object 56"/>
          <p:cNvGraphicFramePr>
            <a:graphicFrameLocks noChangeAspect="1"/>
          </p:cNvGraphicFramePr>
          <p:nvPr/>
        </p:nvGraphicFramePr>
        <p:xfrm>
          <a:off x="4724400" y="4354513"/>
          <a:ext cx="7842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45863" imgH="393529" progId="Equation.DSMT4">
                  <p:embed/>
                </p:oleObj>
              </mc:Choice>
              <mc:Fallback>
                <p:oleObj name="Equation" r:id="rId10" imgW="545863" imgH="393529" progId="Equation.DSMT4">
                  <p:embed/>
                  <p:pic>
                    <p:nvPicPr>
                      <p:cNvPr id="12396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354513"/>
                        <a:ext cx="7842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1" name="Text Box 57"/>
          <p:cNvSpPr txBox="1">
            <a:spLocks noChangeArrowheads="1"/>
          </p:cNvSpPr>
          <p:nvPr/>
        </p:nvSpPr>
        <p:spPr bwMode="auto">
          <a:xfrm>
            <a:off x="5514975" y="4459288"/>
            <a:ext cx="26908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</p:txBody>
      </p:sp>
      <p:graphicFrame>
        <p:nvGraphicFramePr>
          <p:cNvPr id="123962" name="Object 58"/>
          <p:cNvGraphicFramePr>
            <a:graphicFrameLocks noChangeAspect="1"/>
          </p:cNvGraphicFramePr>
          <p:nvPr/>
        </p:nvGraphicFramePr>
        <p:xfrm>
          <a:off x="4724400" y="4964113"/>
          <a:ext cx="11303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87058" imgH="393529" progId="Equation.DSMT4">
                  <p:embed/>
                </p:oleObj>
              </mc:Choice>
              <mc:Fallback>
                <p:oleObj name="Equation" r:id="rId12" imgW="787058" imgH="393529" progId="Equation.DSMT4">
                  <p:embed/>
                  <p:pic>
                    <p:nvPicPr>
                      <p:cNvPr id="123962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964113"/>
                        <a:ext cx="11303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3" name="Text Box 59"/>
          <p:cNvSpPr txBox="1">
            <a:spLocks noChangeArrowheads="1"/>
          </p:cNvSpPr>
          <p:nvPr/>
        </p:nvSpPr>
        <p:spPr bwMode="auto">
          <a:xfrm>
            <a:off x="5853113" y="5068888"/>
            <a:ext cx="264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fracasso)</a:t>
            </a:r>
          </a:p>
        </p:txBody>
      </p:sp>
      <p:graphicFrame>
        <p:nvGraphicFramePr>
          <p:cNvPr id="123964" name="Object 60"/>
          <p:cNvGraphicFramePr>
            <a:graphicFrameLocks noChangeAspect="1"/>
          </p:cNvGraphicFramePr>
          <p:nvPr/>
        </p:nvGraphicFramePr>
        <p:xfrm>
          <a:off x="4724400" y="5573713"/>
          <a:ext cx="10398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393529" progId="Equation.DSMT4">
                  <p:embed/>
                </p:oleObj>
              </mc:Choice>
              <mc:Fallback>
                <p:oleObj name="Equation" r:id="rId14" imgW="723586" imgH="393529" progId="Equation.DSMT4">
                  <p:embed/>
                  <p:pic>
                    <p:nvPicPr>
                      <p:cNvPr id="123964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5573713"/>
                        <a:ext cx="1039813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6" name="Text Box 62"/>
          <p:cNvSpPr txBox="1">
            <a:spLocks noChangeArrowheads="1"/>
          </p:cNvSpPr>
          <p:nvPr/>
        </p:nvSpPr>
        <p:spPr bwMode="auto">
          <a:xfrm>
            <a:off x="4724400" y="6248400"/>
            <a:ext cx="28622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Hipergeométrica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dirty="0">
                <a:latin typeface="Tahoma" panose="020B0604030504040204" pitchFamily="34" charset="0"/>
              </a:rPr>
              <a:t>Binomial</a:t>
            </a:r>
          </a:p>
        </p:txBody>
      </p:sp>
      <p:graphicFrame>
        <p:nvGraphicFramePr>
          <p:cNvPr id="123967" name="Object 63"/>
          <p:cNvGraphicFramePr>
            <a:graphicFrameLocks noChangeAspect="1"/>
          </p:cNvGraphicFramePr>
          <p:nvPr/>
        </p:nvGraphicFramePr>
        <p:xfrm>
          <a:off x="5965825" y="5699125"/>
          <a:ext cx="27178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892300" imgH="203200" progId="Equation.DSMT4">
                  <p:embed/>
                </p:oleObj>
              </mc:Choice>
              <mc:Fallback>
                <p:oleObj name="Equation" r:id="rId16" imgW="1892300" imgH="203200" progId="Equation.DSMT4">
                  <p:embed/>
                  <p:pic>
                    <p:nvPicPr>
                      <p:cNvPr id="123967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5825" y="5699125"/>
                        <a:ext cx="2717800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711D21-F4C6-43E9-A075-1EB66592441E}" type="slidenum">
              <a:rPr lang="pt-BR"/>
              <a:pPr>
                <a:defRPr/>
              </a:pPr>
              <a:t>39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59" grpId="0" autoUpdateAnimBg="0"/>
      <p:bldP spid="123961" grpId="0" autoUpdateAnimBg="0"/>
      <p:bldP spid="123963" grpId="0" autoUpdateAnimBg="0"/>
      <p:bldP spid="123966" grpId="0" autoUpdateAnimBg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174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1762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3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4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5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6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7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8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9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1749" name="Object 14"/>
          <p:cNvGraphicFramePr>
            <a:graphicFrameLocks noChangeAspect="1"/>
          </p:cNvGraphicFramePr>
          <p:nvPr/>
        </p:nvGraphicFramePr>
        <p:xfrm>
          <a:off x="2166938" y="2652713"/>
          <a:ext cx="1987550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174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2652713"/>
                        <a:ext cx="1987550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3" name="Object 15"/>
          <p:cNvGraphicFramePr>
            <a:graphicFrameLocks noChangeAspect="1"/>
          </p:cNvGraphicFramePr>
          <p:nvPr/>
        </p:nvGraphicFramePr>
        <p:xfrm>
          <a:off x="2166938" y="4132263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393529" progId="Equation.DSMT4">
                  <p:embed/>
                </p:oleObj>
              </mc:Choice>
              <mc:Fallback>
                <p:oleObj name="Equation" r:id="rId4" imgW="837836" imgH="393529" progId="Equation.DSMT4">
                  <p:embed/>
                  <p:pic>
                    <p:nvPicPr>
                      <p:cNvPr id="1249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132263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4" name="Object 16"/>
          <p:cNvGraphicFramePr>
            <a:graphicFrameLocks noChangeAspect="1"/>
          </p:cNvGraphicFramePr>
          <p:nvPr/>
        </p:nvGraphicFramePr>
        <p:xfrm>
          <a:off x="2166938" y="4827588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828800" imgH="393700" progId="Equation.DSMT4">
                  <p:embed/>
                </p:oleObj>
              </mc:Choice>
              <mc:Fallback>
                <p:oleObj name="Equation" r:id="rId6" imgW="1828800" imgH="393700" progId="Equation.DSMT4">
                  <p:embed/>
                  <p:pic>
                    <p:nvPicPr>
                      <p:cNvPr id="12494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827588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2" name="Text Box 17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M</a:t>
            </a:r>
            <a:r>
              <a:rPr lang="pt-BR" altLang="pt-BR" sz="1600">
                <a:latin typeface="Times New Roman" pitchFamily="18" charset="0"/>
              </a:rPr>
              <a:t> = 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K</a:t>
            </a:r>
            <a:r>
              <a:rPr lang="pt-BR" altLang="pt-BR" sz="1600">
                <a:latin typeface="Times New Roman" pitchFamily="18" charset="0"/>
              </a:rPr>
              <a:t> = 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4946" name="Object 18"/>
          <p:cNvGraphicFramePr>
            <a:graphicFrameLocks noChangeAspect="1"/>
          </p:cNvGraphicFramePr>
          <p:nvPr/>
        </p:nvGraphicFramePr>
        <p:xfrm>
          <a:off x="4135438" y="2655888"/>
          <a:ext cx="1274762" cy="1306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89000" imgH="914400" progId="Equation.DSMT4">
                  <p:embed/>
                </p:oleObj>
              </mc:Choice>
              <mc:Fallback>
                <p:oleObj name="Equation" r:id="rId8" imgW="889000" imgH="914400" progId="Equation.DSMT4">
                  <p:embed/>
                  <p:pic>
                    <p:nvPicPr>
                      <p:cNvPr id="12494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5438" y="2655888"/>
                        <a:ext cx="1274762" cy="1306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7" name="Object 19"/>
          <p:cNvGraphicFramePr>
            <a:graphicFrameLocks noChangeAspect="1"/>
          </p:cNvGraphicFramePr>
          <p:nvPr/>
        </p:nvGraphicFramePr>
        <p:xfrm>
          <a:off x="3354388" y="4132263"/>
          <a:ext cx="1217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50531" imgH="393529" progId="Equation.DSMT4">
                  <p:embed/>
                </p:oleObj>
              </mc:Choice>
              <mc:Fallback>
                <p:oleObj name="Equation" r:id="rId10" imgW="850531" imgH="393529" progId="Equation.DSMT4">
                  <p:embed/>
                  <p:pic>
                    <p:nvPicPr>
                      <p:cNvPr id="12494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4388" y="4132263"/>
                        <a:ext cx="1217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8" name="Object 20"/>
          <p:cNvGraphicFramePr>
            <a:graphicFrameLocks noChangeAspect="1"/>
          </p:cNvGraphicFramePr>
          <p:nvPr/>
        </p:nvGraphicFramePr>
        <p:xfrm>
          <a:off x="4772025" y="4829175"/>
          <a:ext cx="21637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11300" imgH="393700" progId="Equation.DSMT4">
                  <p:embed/>
                </p:oleObj>
              </mc:Choice>
              <mc:Fallback>
                <p:oleObj name="Equation" r:id="rId12" imgW="1511300" imgH="393700" progId="Equation.DSMT4">
                  <p:embed/>
                  <p:pic>
                    <p:nvPicPr>
                      <p:cNvPr id="12494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5" y="4829175"/>
                        <a:ext cx="21637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4950" name="Text Box 22"/>
          <p:cNvSpPr txBox="1">
            <a:spLocks noChangeArrowheads="1"/>
          </p:cNvSpPr>
          <p:nvPr/>
        </p:nvSpPr>
        <p:spPr bwMode="auto">
          <a:xfrm>
            <a:off x="5600700" y="3063875"/>
            <a:ext cx="1752600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{?, ...,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?</a:t>
            </a:r>
            <a:r>
              <a:rPr lang="pt-BR" altLang="pt-BR" sz="17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124949" name="Object 21"/>
          <p:cNvGraphicFramePr>
            <a:graphicFrameLocks noChangeAspect="1"/>
          </p:cNvGraphicFramePr>
          <p:nvPr/>
        </p:nvGraphicFramePr>
        <p:xfrm>
          <a:off x="5638800" y="3124200"/>
          <a:ext cx="33686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349500" imgH="203200" progId="Equation.DSMT4">
                  <p:embed/>
                </p:oleObj>
              </mc:Choice>
              <mc:Fallback>
                <p:oleObj name="Equation" r:id="rId14" imgW="2349500" imgH="203200" progId="Equation.DSMT4">
                  <p:embed/>
                  <p:pic>
                    <p:nvPicPr>
                      <p:cNvPr id="12494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3124200"/>
                        <a:ext cx="33686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3"/>
          <p:cNvGrpSpPr>
            <a:grpSpLocks/>
          </p:cNvGrpSpPr>
          <p:nvPr/>
        </p:nvGrpSpPr>
        <p:grpSpPr bwMode="auto">
          <a:xfrm>
            <a:off x="5594350" y="3000375"/>
            <a:ext cx="3335338" cy="500063"/>
            <a:chOff x="5593648" y="3000372"/>
            <a:chExt cx="3336070" cy="500066"/>
          </a:xfrm>
        </p:grpSpPr>
        <p:sp>
          <p:nvSpPr>
            <p:cNvPr id="23" name="Retângulo 22"/>
            <p:cNvSpPr/>
            <p:nvPr/>
          </p:nvSpPr>
          <p:spPr>
            <a:xfrm>
              <a:off x="5642872" y="3000372"/>
              <a:ext cx="3286846" cy="5000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1" name="Text Box 35"/>
            <p:cNvSpPr txBox="1">
              <a:spLocks noChangeArrowheads="1"/>
            </p:cNvSpPr>
            <p:nvPr/>
          </p:nvSpPr>
          <p:spPr bwMode="auto">
            <a:xfrm>
              <a:off x="5593648" y="3086285"/>
              <a:ext cx="1752600" cy="336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: {1, 2, 3}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DEA4EE-0B43-47BD-9F35-3BAE0F490975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26" name="Retângulo 25"/>
          <p:cNvSpPr>
            <a:spLocks noChangeArrowheads="1"/>
          </p:cNvSpPr>
          <p:nvPr/>
        </p:nvSpPr>
        <p:spPr bwMode="auto">
          <a:xfrm>
            <a:off x="4656898" y="4252912"/>
            <a:ext cx="172431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(mesmo que Binomial)</a:t>
            </a:r>
          </a:p>
        </p:txBody>
      </p:sp>
      <p:sp>
        <p:nvSpPr>
          <p:cNvPr id="27" name="Retângulo 26"/>
          <p:cNvSpPr>
            <a:spLocks noChangeArrowheads="1"/>
          </p:cNvSpPr>
          <p:nvPr/>
        </p:nvSpPr>
        <p:spPr bwMode="auto">
          <a:xfrm>
            <a:off x="4127500" y="5379265"/>
            <a:ext cx="31309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(variância da  Binomial * fator de correção)</a:t>
            </a:r>
          </a:p>
        </p:txBody>
      </p:sp>
      <p:sp>
        <p:nvSpPr>
          <p:cNvPr id="28" name="Elipse 27"/>
          <p:cNvSpPr/>
          <p:nvPr/>
        </p:nvSpPr>
        <p:spPr>
          <a:xfrm>
            <a:off x="5410200" y="4822053"/>
            <a:ext cx="215900" cy="61277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950" grpId="0" autoUpdateAnimBg="0"/>
      <p:bldP spid="26" grpId="0"/>
      <p:bldP spid="27" grpId="0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Hipergeométrica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41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464115" y="256490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5555493" y="246739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207829" y="4666033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45</a:t>
            </a:r>
          </a:p>
        </p:txBody>
      </p:sp>
      <p:sp>
        <p:nvSpPr>
          <p:cNvPr id="15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3" name="Object 15">
            <a:extLst>
              <a:ext uri="{FF2B5EF4-FFF2-40B4-BE49-F238E27FC236}">
                <a16:creationId xmlns:a16="http://schemas.microsoft.com/office/drawing/2014/main" id="{31873169-546C-0361-FCEF-68CE20FAA8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5663052"/>
              </p:ext>
            </p:extLst>
          </p:nvPr>
        </p:nvGraphicFramePr>
        <p:xfrm>
          <a:off x="6499883" y="4637466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37836" imgH="393529" progId="Equation.DSMT4">
                  <p:embed/>
                </p:oleObj>
              </mc:Choice>
              <mc:Fallback>
                <p:oleObj name="Equation" r:id="rId5" imgW="837836" imgH="393529" progId="Equation.DSMT4">
                  <p:embed/>
                  <p:pic>
                    <p:nvPicPr>
                      <p:cNvPr id="3" name="Object 15">
                        <a:extLst>
                          <a:ext uri="{FF2B5EF4-FFF2-40B4-BE49-F238E27FC236}">
                            <a16:creationId xmlns:a16="http://schemas.microsoft.com/office/drawing/2014/main" id="{31873169-546C-0361-FCEF-68CE20FAA8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4637466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6">
            <a:extLst>
              <a:ext uri="{FF2B5EF4-FFF2-40B4-BE49-F238E27FC236}">
                <a16:creationId xmlns:a16="http://schemas.microsoft.com/office/drawing/2014/main" id="{8A629D27-26B1-966A-56BD-22BBA7D03B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2894795"/>
              </p:ext>
            </p:extLst>
          </p:nvPr>
        </p:nvGraphicFramePr>
        <p:xfrm>
          <a:off x="6499883" y="5332791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828800" imgH="393700" progId="Equation.DSMT4">
                  <p:embed/>
                </p:oleObj>
              </mc:Choice>
              <mc:Fallback>
                <p:oleObj name="Equation" r:id="rId7" imgW="1828800" imgH="393700" progId="Equation.DSMT4">
                  <p:embed/>
                  <p:pic>
                    <p:nvPicPr>
                      <p:cNvPr id="5" name="Object 16">
                        <a:extLst>
                          <a:ext uri="{FF2B5EF4-FFF2-40B4-BE49-F238E27FC236}">
                            <a16:creationId xmlns:a16="http://schemas.microsoft.com/office/drawing/2014/main" id="{8A629D27-26B1-966A-56BD-22BBA7D03B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5332791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686290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D207-EA41-3EA1-2366-6B3AD389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>
            <a:extLst>
              <a:ext uri="{FF2B5EF4-FFF2-40B4-BE49-F238E27FC236}">
                <a16:creationId xmlns:a16="http://schemas.microsoft.com/office/drawing/2014/main" id="{165761FC-F671-0200-DB3C-8366A4AD2F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32771" name="Text Box 3">
            <a:extLst>
              <a:ext uri="{FF2B5EF4-FFF2-40B4-BE49-F238E27FC236}">
                <a16:creationId xmlns:a16="http://schemas.microsoft.com/office/drawing/2014/main" id="{77490A04-A66D-B461-A360-E94CA1DD7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126010" name="Text Box 58">
            <a:extLst>
              <a:ext uri="{FF2B5EF4-FFF2-40B4-BE49-F238E27FC236}">
                <a16:creationId xmlns:a16="http://schemas.microsoft.com/office/drawing/2014/main" id="{148F44C1-1AD9-F96B-FC95-A2ECB69DB5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26029" name="Text Box 77">
            <a:extLst>
              <a:ext uri="{FF2B5EF4-FFF2-40B4-BE49-F238E27FC236}">
                <a16:creationId xmlns:a16="http://schemas.microsoft.com/office/drawing/2014/main" id="{A865A627-8212-7807-3AE6-D4DDC7204C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3181350"/>
            <a:ext cx="41148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Pode-se considerar cada intervalo como uma Bernoulli, sendo sucesso obter uma falha e fracasso obter um dado correto.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Sendo assim, quanto vale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(sucesso)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/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blipFill>
                <a:blip r:embed="rId2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3" name="Text Box 81">
            <a:extLst>
              <a:ext uri="{FF2B5EF4-FFF2-40B4-BE49-F238E27FC236}">
                <a16:creationId xmlns:a16="http://schemas.microsoft.com/office/drawing/2014/main" id="{01CE044D-14BA-9D8B-86E7-D07D20381A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938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10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blipFill>
                <a:blip r:embed="rId3"/>
                <a:stretch>
                  <a:fillRect l="-714"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/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blipFill>
                <a:blip r:embed="rId4"/>
                <a:stretch>
                  <a:fillRect b="-51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6" name="Text Box 84">
            <a:extLst>
              <a:ext uri="{FF2B5EF4-FFF2-40B4-BE49-F238E27FC236}">
                <a16:creationId xmlns:a16="http://schemas.microsoft.com/office/drawing/2014/main" id="{0787BBE6-C247-37CA-15AC-7B422D7D7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p:sp>
        <p:nvSpPr>
          <p:cNvPr id="126037" name="Rectangle 85">
            <a:extLst>
              <a:ext uri="{FF2B5EF4-FFF2-40B4-BE49-F238E27FC236}">
                <a16:creationId xmlns:a16="http://schemas.microsoft.com/office/drawing/2014/main" id="{76CC96ED-78E4-FD2E-BE94-3EC01DEC8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2075" y="4677360"/>
            <a:ext cx="450924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é o número de falhas ocorridas em 20 dias)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BAFE4E6-3C69-35D3-DE99-850D77D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42201D5-C980-4A37-B594-1A15A1E6AFA9}" type="slidenum">
              <a:rPr lang="pt-BR"/>
              <a:pPr>
                <a:defRPr/>
              </a:pPr>
              <a:t>42</a:t>
            </a:fld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257EB040-E16E-BC68-7E7D-A466E0189450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32790" name="Line 59">
              <a:extLst>
                <a:ext uri="{FF2B5EF4-FFF2-40B4-BE49-F238E27FC236}">
                  <a16:creationId xmlns:a16="http://schemas.microsoft.com/office/drawing/2014/main" id="{118A60E0-6851-DCE4-37D3-9D50BCEF42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99" name="Line 68">
              <a:extLst>
                <a:ext uri="{FF2B5EF4-FFF2-40B4-BE49-F238E27FC236}">
                  <a16:creationId xmlns:a16="http://schemas.microsoft.com/office/drawing/2014/main" id="{3F4701EB-8111-47D3-E21F-1D74B2044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9" name="Line 70">
              <a:extLst>
                <a:ext uri="{FF2B5EF4-FFF2-40B4-BE49-F238E27FC236}">
                  <a16:creationId xmlns:a16="http://schemas.microsoft.com/office/drawing/2014/main" id="{A540CD48-8279-BFF3-573F-5A04B43380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4" name="Text Box 71">
              <a:extLst>
                <a:ext uri="{FF2B5EF4-FFF2-40B4-BE49-F238E27FC236}">
                  <a16:creationId xmlns:a16="http://schemas.microsoft.com/office/drawing/2014/main" id="{8B3390CA-2FBA-7913-504D-BE1609894A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32787" name="Text Box 75">
              <a:extLst>
                <a:ext uri="{FF2B5EF4-FFF2-40B4-BE49-F238E27FC236}">
                  <a16:creationId xmlns:a16="http://schemas.microsoft.com/office/drawing/2014/main" id="{4C570464-6AD2-8699-BF9A-65220B1A48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376C4C9-3251-936C-2238-E3DD9E5B7BBF}"/>
              </a:ext>
            </a:extLst>
          </p:cNvPr>
          <p:cNvSpPr txBox="1"/>
          <p:nvPr/>
        </p:nvSpPr>
        <p:spPr>
          <a:xfrm>
            <a:off x="1547076" y="4687088"/>
            <a:ext cx="2073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1600" dirty="0">
                <a:latin typeface="Times New Roman" pitchFamily="18" charset="0"/>
              </a:rPr>
              <a:t>0,1 * 20 = 2</a:t>
            </a:r>
            <a:endParaRPr lang="pt-BR" dirty="0"/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EF98FB42-DAFE-337B-DA3E-7DBB46B80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10 partes...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D30E594-BEA8-DC9F-7B16-9B4853814A30}"/>
              </a:ext>
            </a:extLst>
          </p:cNvPr>
          <p:cNvGrpSpPr/>
          <p:nvPr/>
        </p:nvGrpSpPr>
        <p:grpSpPr>
          <a:xfrm>
            <a:off x="914401" y="3810000"/>
            <a:ext cx="3048000" cy="228600"/>
            <a:chOff x="914401" y="3810000"/>
            <a:chExt cx="3048000" cy="228600"/>
          </a:xfrm>
        </p:grpSpPr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10DC954E-981E-8FF0-C5DC-FEBF401F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E3D7B644-AD99-EFA6-1A2B-37F225DDB5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4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B08DEDF3-DE38-15E3-0166-E29210D204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D3B18F01-EA00-76A1-21F8-A8E68B4B66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FA06D9D5-7FAC-7F59-5D8C-E545D0AC47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74B7A14D-8AA3-1769-9344-45AA9EB0FA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8E50645D-73C8-5C3B-D5E2-B03273F57A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8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CC94A85F-1CB8-1E4E-19EB-D6A85BCA14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Line 70">
              <a:extLst>
                <a:ext uri="{FF2B5EF4-FFF2-40B4-BE49-F238E27FC236}">
                  <a16:creationId xmlns:a16="http://schemas.microsoft.com/office/drawing/2014/main" id="{50C8AFC9-1EB3-2DEC-0C9B-98A7A28925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Line 67">
              <a:extLst>
                <a:ext uri="{FF2B5EF4-FFF2-40B4-BE49-F238E27FC236}">
                  <a16:creationId xmlns:a16="http://schemas.microsoft.com/office/drawing/2014/main" id="{DD21B579-7756-47CA-B258-005E61E130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57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7241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010" grpId="0" autoUpdateAnimBg="0"/>
      <p:bldP spid="126029" grpId="0" build="p" autoUpdateAnimBg="0"/>
      <p:bldP spid="126030" grpId="0"/>
      <p:bldP spid="126033" grpId="0" build="p" autoUpdateAnimBg="0"/>
      <p:bldP spid="126034" grpId="0"/>
      <p:bldP spid="126035" grpId="0"/>
      <p:bldP spid="126036" grpId="0" autoUpdateAnimBg="0"/>
      <p:bldP spid="126037" grpId="0" autoUpdateAnimBg="0"/>
      <p:bldP spid="10" grpId="0"/>
      <p:bldP spid="11" grpId="0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BE65F-CB14-020C-69F7-46EF4B917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93695191-7FD0-EAFE-EE00-F57367164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4BF47506-35DB-A0B5-1BA1-778D94861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59B07A-BEF9-462A-BBE0-1602E1F0C8CD}" type="slidenum">
              <a:rPr lang="pt-BR"/>
              <a:pPr>
                <a:defRPr/>
              </a:pPr>
              <a:t>43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7DB961AE-D884-308B-0391-90BCFE8A87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4" name="Text Box 58">
            <a:extLst>
              <a:ext uri="{FF2B5EF4-FFF2-40B4-BE49-F238E27FC236}">
                <a16:creationId xmlns:a16="http://schemas.microsoft.com/office/drawing/2014/main" id="{F1FBCBCE-F7D5-5D29-DB72-7CF99118CB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AE851B46-8D64-DAD9-5E39-577C1269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40 partes...</a:t>
            </a:r>
          </a:p>
        </p:txBody>
      </p: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D19B78C6-4F99-5147-E82F-46E7E14B8653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6" name="Line 59">
              <a:extLst>
                <a:ext uri="{FF2B5EF4-FFF2-40B4-BE49-F238E27FC236}">
                  <a16:creationId xmlns:a16="http://schemas.microsoft.com/office/drawing/2014/main" id="{9C5916C2-3AB0-2074-5F1E-CA13553B7F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" name="Line 68">
              <a:extLst>
                <a:ext uri="{FF2B5EF4-FFF2-40B4-BE49-F238E27FC236}">
                  <a16:creationId xmlns:a16="http://schemas.microsoft.com/office/drawing/2014/main" id="{11DE02CB-C613-FD2C-7AC0-569131BE83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" name="Line 70">
              <a:extLst>
                <a:ext uri="{FF2B5EF4-FFF2-40B4-BE49-F238E27FC236}">
                  <a16:creationId xmlns:a16="http://schemas.microsoft.com/office/drawing/2014/main" id="{ED3D1682-196E-61F1-6DDD-F5627C1BDF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" name="Text Box 71">
              <a:extLst>
                <a:ext uri="{FF2B5EF4-FFF2-40B4-BE49-F238E27FC236}">
                  <a16:creationId xmlns:a16="http://schemas.microsoft.com/office/drawing/2014/main" id="{856B81E4-8077-DD64-E5FB-2CC5E130A9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10" name="Text Box 75">
              <a:extLst>
                <a:ext uri="{FF2B5EF4-FFF2-40B4-BE49-F238E27FC236}">
                  <a16:creationId xmlns:a16="http://schemas.microsoft.com/office/drawing/2014/main" id="{41A237A4-C584-CDB2-2519-0ECD6A4CB8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  <p:grpSp>
          <p:nvGrpSpPr>
            <p:cNvPr id="59" name="Agrupar 58">
              <a:extLst>
                <a:ext uri="{FF2B5EF4-FFF2-40B4-BE49-F238E27FC236}">
                  <a16:creationId xmlns:a16="http://schemas.microsoft.com/office/drawing/2014/main" id="{18E642E8-C15F-A256-70AC-8B71EA02803A}"/>
                </a:ext>
              </a:extLst>
            </p:cNvPr>
            <p:cNvGrpSpPr/>
            <p:nvPr/>
          </p:nvGrpSpPr>
          <p:grpSpPr>
            <a:xfrm>
              <a:off x="990601" y="3810000"/>
              <a:ext cx="2895600" cy="228600"/>
              <a:chOff x="5656312" y="4282216"/>
              <a:chExt cx="2895600" cy="228600"/>
            </a:xfrm>
          </p:grpSpPr>
          <p:sp>
            <p:nvSpPr>
              <p:cNvPr id="13" name="Line 60">
                <a:extLst>
                  <a:ext uri="{FF2B5EF4-FFF2-40B4-BE49-F238E27FC236}">
                    <a16:creationId xmlns:a16="http://schemas.microsoft.com/office/drawing/2014/main" id="{EBA743E7-FF53-0D0C-A174-915EF97652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84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61">
                <a:extLst>
                  <a:ext uri="{FF2B5EF4-FFF2-40B4-BE49-F238E27FC236}">
                    <a16:creationId xmlns:a16="http://schemas.microsoft.com/office/drawing/2014/main" id="{17954552-1F94-D792-5E87-4CD7B3EA78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89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Line 62">
                <a:extLst>
                  <a:ext uri="{FF2B5EF4-FFF2-40B4-BE49-F238E27FC236}">
                    <a16:creationId xmlns:a16="http://schemas.microsoft.com/office/drawing/2014/main" id="{2E04D85A-9FCF-5F44-2B03-AA054B8622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94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Line 63">
                <a:extLst>
                  <a:ext uri="{FF2B5EF4-FFF2-40B4-BE49-F238E27FC236}">
                    <a16:creationId xmlns:a16="http://schemas.microsoft.com/office/drawing/2014/main" id="{B548F203-EA1C-BE7F-4885-32B61F6D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99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Line 64">
                <a:extLst>
                  <a:ext uri="{FF2B5EF4-FFF2-40B4-BE49-F238E27FC236}">
                    <a16:creationId xmlns:a16="http://schemas.microsoft.com/office/drawing/2014/main" id="{A732A15F-7A20-28F9-84D0-E8A6DC3E65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04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Line 65">
                <a:extLst>
                  <a:ext uri="{FF2B5EF4-FFF2-40B4-BE49-F238E27FC236}">
                    <a16:creationId xmlns:a16="http://schemas.microsoft.com/office/drawing/2014/main" id="{FEB07C1A-0766-42D1-D364-8BE74DA373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08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Line 66">
                <a:extLst>
                  <a:ext uri="{FF2B5EF4-FFF2-40B4-BE49-F238E27FC236}">
                    <a16:creationId xmlns:a16="http://schemas.microsoft.com/office/drawing/2014/main" id="{231B2BBA-6E1B-3AE0-81FB-96AEF25362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13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Line 67">
                <a:extLst>
                  <a:ext uri="{FF2B5EF4-FFF2-40B4-BE49-F238E27FC236}">
                    <a16:creationId xmlns:a16="http://schemas.microsoft.com/office/drawing/2014/main" id="{8F55B89E-E4E1-C931-3D29-A168FF0860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18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" name="Line 67">
                <a:extLst>
                  <a:ext uri="{FF2B5EF4-FFF2-40B4-BE49-F238E27FC236}">
                    <a16:creationId xmlns:a16="http://schemas.microsoft.com/office/drawing/2014/main" id="{77EE0BDA-AC3B-8995-113E-0888DEA00A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23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Line 60">
                <a:extLst>
                  <a:ext uri="{FF2B5EF4-FFF2-40B4-BE49-F238E27FC236}">
                    <a16:creationId xmlns:a16="http://schemas.microsoft.com/office/drawing/2014/main" id="{FB5026F5-16D8-EE4A-32B0-A5D827343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37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Line 61">
                <a:extLst>
                  <a:ext uri="{FF2B5EF4-FFF2-40B4-BE49-F238E27FC236}">
                    <a16:creationId xmlns:a16="http://schemas.microsoft.com/office/drawing/2014/main" id="{46A97F9B-C94F-56CC-498D-B9B6FFE90C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42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Line 62">
                <a:extLst>
                  <a:ext uri="{FF2B5EF4-FFF2-40B4-BE49-F238E27FC236}">
                    <a16:creationId xmlns:a16="http://schemas.microsoft.com/office/drawing/2014/main" id="{8FAF2833-0FDF-4F31-73FB-B869D19A7A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646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Line 63">
                <a:extLst>
                  <a:ext uri="{FF2B5EF4-FFF2-40B4-BE49-F238E27FC236}">
                    <a16:creationId xmlns:a16="http://schemas.microsoft.com/office/drawing/2014/main" id="{2204DC0F-B134-0114-87A8-344981E21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51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Line 64">
                <a:extLst>
                  <a:ext uri="{FF2B5EF4-FFF2-40B4-BE49-F238E27FC236}">
                    <a16:creationId xmlns:a16="http://schemas.microsoft.com/office/drawing/2014/main" id="{6B912594-B71C-4B64-8055-846E2C1555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56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Line 65">
                <a:extLst>
                  <a:ext uri="{FF2B5EF4-FFF2-40B4-BE49-F238E27FC236}">
                    <a16:creationId xmlns:a16="http://schemas.microsoft.com/office/drawing/2014/main" id="{438A8FCC-A1F6-AEE2-20EF-81E14214C0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61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Line 66">
                <a:extLst>
                  <a:ext uri="{FF2B5EF4-FFF2-40B4-BE49-F238E27FC236}">
                    <a16:creationId xmlns:a16="http://schemas.microsoft.com/office/drawing/2014/main" id="{455D3760-B046-6AFD-EB08-120EF8407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866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Line 67">
                <a:extLst>
                  <a:ext uri="{FF2B5EF4-FFF2-40B4-BE49-F238E27FC236}">
                    <a16:creationId xmlns:a16="http://schemas.microsoft.com/office/drawing/2014/main" id="{9092B995-920F-1631-AF17-B43438D86B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70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Line 67">
                <a:extLst>
                  <a:ext uri="{FF2B5EF4-FFF2-40B4-BE49-F238E27FC236}">
                    <a16:creationId xmlns:a16="http://schemas.microsoft.com/office/drawing/2014/main" id="{E0A5DFD5-C6C8-B686-8AB3-B79C099DE3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75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60">
                <a:extLst>
                  <a:ext uri="{FF2B5EF4-FFF2-40B4-BE49-F238E27FC236}">
                    <a16:creationId xmlns:a16="http://schemas.microsoft.com/office/drawing/2014/main" id="{48539AA3-5828-EB43-5292-590D387889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32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Line 60">
                <a:extLst>
                  <a:ext uri="{FF2B5EF4-FFF2-40B4-BE49-F238E27FC236}">
                    <a16:creationId xmlns:a16="http://schemas.microsoft.com/office/drawing/2014/main" id="{1FBB71CE-B2E2-9F9F-6ED2-97129F23C2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961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Line 61">
                <a:extLst>
                  <a:ext uri="{FF2B5EF4-FFF2-40B4-BE49-F238E27FC236}">
                    <a16:creationId xmlns:a16="http://schemas.microsoft.com/office/drawing/2014/main" id="{AF33B6C9-F07A-07C5-0BA6-4AB29E5C22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65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62">
                <a:extLst>
                  <a:ext uri="{FF2B5EF4-FFF2-40B4-BE49-F238E27FC236}">
                    <a16:creationId xmlns:a16="http://schemas.microsoft.com/office/drawing/2014/main" id="{4A148D0E-2BE0-D986-B3CD-8FE194CA8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570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Line 63">
                <a:extLst>
                  <a:ext uri="{FF2B5EF4-FFF2-40B4-BE49-F238E27FC236}">
                    <a16:creationId xmlns:a16="http://schemas.microsoft.com/office/drawing/2014/main" id="{60A87C38-B00B-F1CB-7339-7B2FF8D5B3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75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Line 64">
                <a:extLst>
                  <a:ext uri="{FF2B5EF4-FFF2-40B4-BE49-F238E27FC236}">
                    <a16:creationId xmlns:a16="http://schemas.microsoft.com/office/drawing/2014/main" id="{A9A823F4-BDBF-5F31-709A-A471E7DEB1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80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Line 65">
                <a:extLst>
                  <a:ext uri="{FF2B5EF4-FFF2-40B4-BE49-F238E27FC236}">
                    <a16:creationId xmlns:a16="http://schemas.microsoft.com/office/drawing/2014/main" id="{4CB64114-FE95-C1F0-8535-E0EC4564E7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85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Line 66">
                <a:extLst>
                  <a:ext uri="{FF2B5EF4-FFF2-40B4-BE49-F238E27FC236}">
                    <a16:creationId xmlns:a16="http://schemas.microsoft.com/office/drawing/2014/main" id="{F4032FF1-456D-128C-0624-57FB85EECD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89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Line 67">
                <a:extLst>
                  <a:ext uri="{FF2B5EF4-FFF2-40B4-BE49-F238E27FC236}">
                    <a16:creationId xmlns:a16="http://schemas.microsoft.com/office/drawing/2014/main" id="{017B76A9-ED3A-CCA1-E17A-B4A6384858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94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Line 67">
                <a:extLst>
                  <a:ext uri="{FF2B5EF4-FFF2-40B4-BE49-F238E27FC236}">
                    <a16:creationId xmlns:a16="http://schemas.microsoft.com/office/drawing/2014/main" id="{9E6D246F-54A1-57EF-F889-3CE85C05F4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99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Line 60">
                <a:extLst>
                  <a:ext uri="{FF2B5EF4-FFF2-40B4-BE49-F238E27FC236}">
                    <a16:creationId xmlns:a16="http://schemas.microsoft.com/office/drawing/2014/main" id="{D09B1B39-CB1B-9B7F-5250-B6714DA235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56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Line 60">
                <a:extLst>
                  <a:ext uri="{FF2B5EF4-FFF2-40B4-BE49-F238E27FC236}">
                    <a16:creationId xmlns:a16="http://schemas.microsoft.com/office/drawing/2014/main" id="{4A9B63D9-0434-DBF0-1676-E0E12B4691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13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Line 61">
                <a:extLst>
                  <a:ext uri="{FF2B5EF4-FFF2-40B4-BE49-F238E27FC236}">
                    <a16:creationId xmlns:a16="http://schemas.microsoft.com/office/drawing/2014/main" id="{BF7FADED-96AA-8967-11E9-1C351E153C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18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Line 62">
                <a:extLst>
                  <a:ext uri="{FF2B5EF4-FFF2-40B4-BE49-F238E27FC236}">
                    <a16:creationId xmlns:a16="http://schemas.microsoft.com/office/drawing/2014/main" id="{5F4BD698-29F5-2526-824A-12FECDE5AC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23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Line 63">
                <a:extLst>
                  <a:ext uri="{FF2B5EF4-FFF2-40B4-BE49-F238E27FC236}">
                    <a16:creationId xmlns:a16="http://schemas.microsoft.com/office/drawing/2014/main" id="{5B80966F-741D-CC67-4DE9-B4912E2AF9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027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Line 64">
                <a:extLst>
                  <a:ext uri="{FF2B5EF4-FFF2-40B4-BE49-F238E27FC236}">
                    <a16:creationId xmlns:a16="http://schemas.microsoft.com/office/drawing/2014/main" id="{019F483F-384D-55FA-71AD-824CFFF18D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332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Line 65">
                <a:extLst>
                  <a:ext uri="{FF2B5EF4-FFF2-40B4-BE49-F238E27FC236}">
                    <a16:creationId xmlns:a16="http://schemas.microsoft.com/office/drawing/2014/main" id="{395177A0-21D8-848B-0C84-6EAB4F46CA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37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Line 66">
                <a:extLst>
                  <a:ext uri="{FF2B5EF4-FFF2-40B4-BE49-F238E27FC236}">
                    <a16:creationId xmlns:a16="http://schemas.microsoft.com/office/drawing/2014/main" id="{A2660225-FD7C-7334-C024-BB8D2795A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42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Line 67">
                <a:extLst>
                  <a:ext uri="{FF2B5EF4-FFF2-40B4-BE49-F238E27FC236}">
                    <a16:creationId xmlns:a16="http://schemas.microsoft.com/office/drawing/2014/main" id="{A1D267EA-1870-CB5B-9A0A-98BC3C7EE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Line 67">
                <a:extLst>
                  <a:ext uri="{FF2B5EF4-FFF2-40B4-BE49-F238E27FC236}">
                    <a16:creationId xmlns:a16="http://schemas.microsoft.com/office/drawing/2014/main" id="{9BF68A3E-CB20-4F19-B101-10746AC283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51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Line 60">
                <a:extLst>
                  <a:ext uri="{FF2B5EF4-FFF2-40B4-BE49-F238E27FC236}">
                    <a16:creationId xmlns:a16="http://schemas.microsoft.com/office/drawing/2014/main" id="{781211B5-0061-D617-0F18-720736DE4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08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62" name="Text Box 81">
            <a:extLst>
              <a:ext uri="{FF2B5EF4-FFF2-40B4-BE49-F238E27FC236}">
                <a16:creationId xmlns:a16="http://schemas.microsoft.com/office/drawing/2014/main" id="{EC3EE6C5-D7B1-19AC-10FD-0AFE3B1264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890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40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00" dirty="0"/>
              </a:p>
            </p:txBody>
          </p:sp>
        </mc:Choice>
        <mc:Fallback xmlns="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blipFill>
                <a:blip r:embed="rId2"/>
                <a:stretch>
                  <a:fillRect b="-1458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/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05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95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79" name="Text Box 84">
            <a:extLst>
              <a:ext uri="{FF2B5EF4-FFF2-40B4-BE49-F238E27FC236}">
                <a16:creationId xmlns:a16="http://schemas.microsoft.com/office/drawing/2014/main" id="{554E2DE6-10D4-AB6F-4E66-0385B66CE6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blipFill>
                <a:blip r:embed="rId4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6448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build="p" autoUpdateAnimBg="0"/>
      <p:bldP spid="126976" grpId="0"/>
      <p:bldP spid="126977" grpId="0"/>
      <p:bldP spid="126979" grpId="0" autoUpdateAnimBg="0"/>
      <p:bldP spid="12698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8DE0E-6EEC-72A3-AAC2-3C0EAB1C9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>
            <a:extLst>
              <a:ext uri="{FF2B5EF4-FFF2-40B4-BE49-F238E27FC236}">
                <a16:creationId xmlns:a16="http://schemas.microsoft.com/office/drawing/2014/main" id="{EC7AB0FD-2781-9EED-525E-FE6C3DF84E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128006" name="Text Box 6">
            <a:extLst>
              <a:ext uri="{FF2B5EF4-FFF2-40B4-BE49-F238E27FC236}">
                <a16:creationId xmlns:a16="http://schemas.microsoft.com/office/drawing/2014/main" id="{CD01AF5D-9730-D0A9-88AA-7CB81FA80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7080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/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blipFill>
                <a:blip r:embed="rId2"/>
                <a:stretch>
                  <a:fillRect l="-2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009" name="Text Box 9">
            <a:extLst>
              <a:ext uri="{FF2B5EF4-FFF2-40B4-BE49-F238E27FC236}">
                <a16:creationId xmlns:a16="http://schemas.microsoft.com/office/drawing/2014/main" id="{CC438E29-D0A1-13F7-73D7-F1CF14083C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4656138"/>
            <a:ext cx="41306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, então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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f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tende para: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40">
            <a:extLst>
              <a:ext uri="{FF2B5EF4-FFF2-40B4-BE49-F238E27FC236}">
                <a16:creationId xmlns:a16="http://schemas.microsoft.com/office/drawing/2014/main" id="{6F57EAF9-0EB9-D1CA-6BD3-423DDAE2E59B}"/>
              </a:ext>
            </a:extLst>
          </p:cNvPr>
          <p:cNvGrpSpPr>
            <a:grpSpLocks/>
          </p:cNvGrpSpPr>
          <p:nvPr/>
        </p:nvGrpSpPr>
        <p:grpSpPr bwMode="auto">
          <a:xfrm>
            <a:off x="914400" y="4075109"/>
            <a:ext cx="3048000" cy="482599"/>
            <a:chOff x="576" y="2567"/>
            <a:chExt cx="1920" cy="304"/>
          </a:xfrm>
        </p:grpSpPr>
        <p:sp>
          <p:nvSpPr>
            <p:cNvPr id="34834" name="AutoShape 37">
              <a:extLst>
                <a:ext uri="{FF2B5EF4-FFF2-40B4-BE49-F238E27FC236}">
                  <a16:creationId xmlns:a16="http://schemas.microsoft.com/office/drawing/2014/main" id="{CB02971E-DD3E-A705-2CEE-DB2787699749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475" y="1668"/>
              <a:ext cx="121" cy="1920"/>
            </a:xfrm>
            <a:prstGeom prst="leftBrace">
              <a:avLst>
                <a:gd name="adj1" fmla="val 1322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835" name="Text Box 38">
              <a:extLst>
                <a:ext uri="{FF2B5EF4-FFF2-40B4-BE49-F238E27FC236}">
                  <a16:creationId xmlns:a16="http://schemas.microsoft.com/office/drawing/2014/main" id="{716CCB27-B10B-1222-EA8E-16725F473B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4" y="2658"/>
              <a:ext cx="76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intervalos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/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/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8044" name="Object 44">
            <a:extLst>
              <a:ext uri="{FF2B5EF4-FFF2-40B4-BE49-F238E27FC236}">
                <a16:creationId xmlns:a16="http://schemas.microsoft.com/office/drawing/2014/main" id="{7F5DF759-6ED1-CEC5-1446-3CB4E099E21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24400" y="6022975"/>
          <a:ext cx="86995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09336" imgH="203112" progId="Equation.DSMT4">
                  <p:embed/>
                </p:oleObj>
              </mc:Choice>
              <mc:Fallback>
                <p:oleObj name="Equation" r:id="rId5" imgW="609336" imgH="203112" progId="Equation.DSMT4">
                  <p:embed/>
                  <p:pic>
                    <p:nvPicPr>
                      <p:cNvPr id="128044" name="Object 44">
                        <a:extLst>
                          <a:ext uri="{FF2B5EF4-FFF2-40B4-BE49-F238E27FC236}">
                            <a16:creationId xmlns:a16="http://schemas.microsoft.com/office/drawing/2014/main" id="{7F5DF759-6ED1-CEC5-1446-3CB4E099E21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6022975"/>
                        <a:ext cx="869950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045" name="Object 45">
            <a:extLst>
              <a:ext uri="{FF2B5EF4-FFF2-40B4-BE49-F238E27FC236}">
                <a16:creationId xmlns:a16="http://schemas.microsoft.com/office/drawing/2014/main" id="{B311ABF6-2EE1-FE97-5DB8-C5A9D0F837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05563" y="6019800"/>
          <a:ext cx="10144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10891" imgH="203112" progId="Equation.DSMT4">
                  <p:embed/>
                </p:oleObj>
              </mc:Choice>
              <mc:Fallback>
                <p:oleObj name="Equation" r:id="rId7" imgW="710891" imgH="203112" progId="Equation.DSMT4">
                  <p:embed/>
                  <p:pic>
                    <p:nvPicPr>
                      <p:cNvPr id="128045" name="Object 45">
                        <a:extLst>
                          <a:ext uri="{FF2B5EF4-FFF2-40B4-BE49-F238E27FC236}">
                            <a16:creationId xmlns:a16="http://schemas.microsoft.com/office/drawing/2014/main" id="{B311ABF6-2EE1-FE97-5DB8-C5A9D0F837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5563" y="6019800"/>
                        <a:ext cx="10144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046" name="Text Box 46">
            <a:extLst>
              <a:ext uri="{FF2B5EF4-FFF2-40B4-BE49-F238E27FC236}">
                <a16:creationId xmlns:a16="http://schemas.microsoft.com/office/drawing/2014/main" id="{5DC26EF5-8100-BEB3-7725-C8DF4F71D5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6325" y="5322888"/>
            <a:ext cx="23937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distribuição de Poisson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A5DE8590-ABD7-B34E-44E3-63D9F90D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5EB40-7552-47D5-B768-0630B16D50B2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89D9C8B-1AEB-D2B4-F6CE-EC745BA41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5" name="Text Box 58">
            <a:extLst>
              <a:ext uri="{FF2B5EF4-FFF2-40B4-BE49-F238E27FC236}">
                <a16:creationId xmlns:a16="http://schemas.microsoft.com/office/drawing/2014/main" id="{2D4626C4-C71D-C1A2-CC92-ECC2ABFD8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6417C111-6EE2-633A-9972-312ECED62DDF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53" name="Line 59">
              <a:extLst>
                <a:ext uri="{FF2B5EF4-FFF2-40B4-BE49-F238E27FC236}">
                  <a16:creationId xmlns:a16="http://schemas.microsoft.com/office/drawing/2014/main" id="{9461801C-BD02-B7C7-75CC-A70F9590EE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4" name="Line 68">
              <a:extLst>
                <a:ext uri="{FF2B5EF4-FFF2-40B4-BE49-F238E27FC236}">
                  <a16:creationId xmlns:a16="http://schemas.microsoft.com/office/drawing/2014/main" id="{91BF3BE2-8358-1E28-2811-CB0E5208A6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5" name="Line 70">
              <a:extLst>
                <a:ext uri="{FF2B5EF4-FFF2-40B4-BE49-F238E27FC236}">
                  <a16:creationId xmlns:a16="http://schemas.microsoft.com/office/drawing/2014/main" id="{A6CB1377-ACB1-5895-7EB1-8376DAC42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6" name="Text Box 71">
              <a:extLst>
                <a:ext uri="{FF2B5EF4-FFF2-40B4-BE49-F238E27FC236}">
                  <a16:creationId xmlns:a16="http://schemas.microsoft.com/office/drawing/2014/main" id="{6B772CA1-BFF5-5B49-69E3-CCAE61650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57" name="Text Box 75">
              <a:extLst>
                <a:ext uri="{FF2B5EF4-FFF2-40B4-BE49-F238E27FC236}">
                  <a16:creationId xmlns:a16="http://schemas.microsoft.com/office/drawing/2014/main" id="{6988F29F-5CDA-A107-2E5F-710CE60010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blipFill>
                <a:blip r:embed="rId9"/>
                <a:stretch>
                  <a:fillRect b="-208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6681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006" grpId="0" autoUpdateAnimBg="0"/>
      <p:bldP spid="128008" grpId="0"/>
      <p:bldP spid="128009" grpId="0" autoUpdateAnimBg="0"/>
      <p:bldP spid="128042" grpId="0"/>
      <p:bldP spid="128043" grpId="0"/>
      <p:bldP spid="128046" grpId="0" autoUpdateAnimBg="0"/>
      <p:bldP spid="5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Resumo Distribuições Discretas</a:t>
            </a:r>
          </a:p>
        </p:txBody>
      </p:sp>
      <p:pic>
        <p:nvPicPr>
          <p:cNvPr id="36867" name="Picture 82" descr="DistribuicoesDiscretasResum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1333500"/>
            <a:ext cx="7099300" cy="529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85"/>
          <p:cNvGrpSpPr>
            <a:grpSpLocks/>
          </p:cNvGrpSpPr>
          <p:nvPr/>
        </p:nvGrpSpPr>
        <p:grpSpPr bwMode="auto">
          <a:xfrm>
            <a:off x="101600" y="2514600"/>
            <a:ext cx="889000" cy="914400"/>
            <a:chOff x="64" y="1584"/>
            <a:chExt cx="560" cy="576"/>
          </a:xfrm>
        </p:grpSpPr>
        <p:sp>
          <p:nvSpPr>
            <p:cNvPr id="36879" name="AutoShape 83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80" name="Text Box 84"/>
            <p:cNvSpPr txBox="1">
              <a:spLocks noChangeArrowheads="1"/>
            </p:cNvSpPr>
            <p:nvPr/>
          </p:nvSpPr>
          <p:spPr bwMode="auto">
            <a:xfrm>
              <a:off x="64" y="171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n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3" name="Group 86"/>
          <p:cNvGrpSpPr>
            <a:grpSpLocks/>
          </p:cNvGrpSpPr>
          <p:nvPr/>
        </p:nvGrpSpPr>
        <p:grpSpPr bwMode="auto">
          <a:xfrm>
            <a:off x="123825" y="3857625"/>
            <a:ext cx="866775" cy="914400"/>
            <a:chOff x="78" y="1584"/>
            <a:chExt cx="546" cy="576"/>
          </a:xfrm>
        </p:grpSpPr>
        <p:sp>
          <p:nvSpPr>
            <p:cNvPr id="36877" name="AutoShape 87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8" name="Text Box 88"/>
            <p:cNvSpPr txBox="1">
              <a:spLocks noChangeArrowheads="1"/>
            </p:cNvSpPr>
            <p:nvPr/>
          </p:nvSpPr>
          <p:spPr bwMode="auto">
            <a:xfrm>
              <a:off x="78" y="1719"/>
              <a:ext cx="36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r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4" name="Group 94"/>
          <p:cNvGrpSpPr>
            <a:grpSpLocks/>
          </p:cNvGrpSpPr>
          <p:nvPr/>
        </p:nvGrpSpPr>
        <p:grpSpPr bwMode="auto">
          <a:xfrm>
            <a:off x="1066800" y="1752600"/>
            <a:ext cx="1150938" cy="4676775"/>
            <a:chOff x="672" y="1104"/>
            <a:chExt cx="725" cy="2946"/>
          </a:xfrm>
        </p:grpSpPr>
        <p:sp>
          <p:nvSpPr>
            <p:cNvPr id="36872" name="Rectangle 89"/>
            <p:cNvSpPr>
              <a:spLocks noChangeArrowheads="1"/>
            </p:cNvSpPr>
            <p:nvPr/>
          </p:nvSpPr>
          <p:spPr bwMode="auto">
            <a:xfrm>
              <a:off x="672" y="1104"/>
              <a:ext cx="404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3" name="Rectangle 90"/>
            <p:cNvSpPr>
              <a:spLocks noChangeArrowheads="1"/>
            </p:cNvSpPr>
            <p:nvPr/>
          </p:nvSpPr>
          <p:spPr bwMode="auto">
            <a:xfrm>
              <a:off x="672" y="1968"/>
              <a:ext cx="35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4" name="Rectangle 91"/>
            <p:cNvSpPr>
              <a:spLocks noChangeArrowheads="1"/>
            </p:cNvSpPr>
            <p:nvPr/>
          </p:nvSpPr>
          <p:spPr bwMode="auto">
            <a:xfrm>
              <a:off x="672" y="2826"/>
              <a:ext cx="72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5" name="Rectangle 92"/>
            <p:cNvSpPr>
              <a:spLocks noChangeArrowheads="1"/>
            </p:cNvSpPr>
            <p:nvPr/>
          </p:nvSpPr>
          <p:spPr bwMode="auto">
            <a:xfrm>
              <a:off x="672" y="3342"/>
              <a:ext cx="68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6" name="Rectangle 93"/>
            <p:cNvSpPr>
              <a:spLocks noChangeArrowheads="1"/>
            </p:cNvSpPr>
            <p:nvPr/>
          </p:nvSpPr>
          <p:spPr bwMode="auto">
            <a:xfrm>
              <a:off x="672" y="3858"/>
              <a:ext cx="319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56CFF3-F343-409A-94CD-30C3684595E1}" type="slidenum">
              <a:rPr lang="pt-BR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7913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37913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8731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09336" imgH="203112" progId="Equation.DSMT4">
                  <p:embed/>
                </p:oleObj>
              </mc:Choice>
              <mc:Fallback>
                <p:oleObj name="Equation" r:id="rId4" imgW="609336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8731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62488"/>
          <a:ext cx="103822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23586" imgH="203112" progId="Equation.DSMT4">
                  <p:embed/>
                </p:oleObj>
              </mc:Choice>
              <mc:Fallback>
                <p:oleObj name="Equation" r:id="rId6" imgW="723586" imgH="203112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62488"/>
                        <a:ext cx="1038225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279E1B-4123-4AA2-BEEC-4F29C2975B72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3789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37910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3791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pSp>
        <p:nvGrpSpPr>
          <p:cNvPr id="1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37898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37901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37906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907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3790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37902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37904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37905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37903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7899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292" imgH="393359" progId="Equation.DSMT4">
                    <p:embed/>
                  </p:oleObj>
                </mc:Choice>
                <mc:Fallback>
                  <p:oleObj name="Equation" r:id="rId10" imgW="355292" imgH="393359" progId="Equation.DSMT4">
                    <p:embed/>
                    <p:pic>
                      <p:nvPicPr>
                        <p:cNvPr id="37899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8915" name="Group 3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8933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4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8935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8916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8931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8932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8917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918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8919" name="Object 24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891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4" name="Object 26"/>
          <p:cNvGraphicFramePr>
            <a:graphicFrameLocks noChangeAspect="1"/>
          </p:cNvGraphicFramePr>
          <p:nvPr/>
        </p:nvGraphicFramePr>
        <p:xfrm>
          <a:off x="4114800" y="3429000"/>
          <a:ext cx="16192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29810" imgH="482391" progId="Equation.DSMT4">
                  <p:embed/>
                </p:oleObj>
              </mc:Choice>
              <mc:Fallback>
                <p:oleObj name="Equation" r:id="rId4" imgW="1129810" imgH="482391" progId="Equation.DSMT4">
                  <p:embed/>
                  <p:pic>
                    <p:nvPicPr>
                      <p:cNvPr id="9935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429000"/>
                        <a:ext cx="16192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5" name="Object 27"/>
          <p:cNvGraphicFramePr>
            <a:graphicFrameLocks noChangeAspect="1"/>
          </p:cNvGraphicFramePr>
          <p:nvPr/>
        </p:nvGraphicFramePr>
        <p:xfrm>
          <a:off x="4141788" y="4114800"/>
          <a:ext cx="28384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81200" imgH="482600" progId="Equation.DSMT4">
                  <p:embed/>
                </p:oleObj>
              </mc:Choice>
              <mc:Fallback>
                <p:oleObj name="Equation" r:id="rId6" imgW="1981200" imgH="482600" progId="Equation.DSMT4">
                  <p:embed/>
                  <p:pic>
                    <p:nvPicPr>
                      <p:cNvPr id="993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1788" y="4114800"/>
                        <a:ext cx="28384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6" name="Object 28"/>
          <p:cNvGraphicFramePr>
            <a:graphicFrameLocks noChangeAspect="1"/>
          </p:cNvGraphicFramePr>
          <p:nvPr/>
        </p:nvGraphicFramePr>
        <p:xfrm>
          <a:off x="4114800" y="4800600"/>
          <a:ext cx="3219450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47900" imgH="508000" progId="Equation.DSMT4">
                  <p:embed/>
                </p:oleObj>
              </mc:Choice>
              <mc:Fallback>
                <p:oleObj name="Equation" r:id="rId8" imgW="2247900" imgH="508000" progId="Equation.DSMT4">
                  <p:embed/>
                  <p:pic>
                    <p:nvPicPr>
                      <p:cNvPr id="9935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4800600"/>
                        <a:ext cx="3219450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7" name="Object 29"/>
          <p:cNvGraphicFramePr>
            <a:graphicFrameLocks noChangeAspect="1"/>
          </p:cNvGraphicFramePr>
          <p:nvPr/>
        </p:nvGraphicFramePr>
        <p:xfrm>
          <a:off x="4114800" y="5611813"/>
          <a:ext cx="2947988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57400" imgH="444500" progId="Equation.DSMT4">
                  <p:embed/>
                </p:oleObj>
              </mc:Choice>
              <mc:Fallback>
                <p:oleObj name="Equation" r:id="rId10" imgW="2057400" imgH="444500" progId="Equation.DSMT4">
                  <p:embed/>
                  <p:pic>
                    <p:nvPicPr>
                      <p:cNvPr id="9935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5611813"/>
                        <a:ext cx="2947988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5861050" y="5680075"/>
            <a:ext cx="909638" cy="512763"/>
            <a:chOff x="3637" y="3578"/>
            <a:chExt cx="573" cy="323"/>
          </a:xfrm>
        </p:grpSpPr>
        <p:sp>
          <p:nvSpPr>
            <p:cNvPr id="38929" name="Line 30"/>
            <p:cNvSpPr>
              <a:spLocks noChangeShapeType="1"/>
            </p:cNvSpPr>
            <p:nvPr/>
          </p:nvSpPr>
          <p:spPr bwMode="auto">
            <a:xfrm flipH="1">
              <a:off x="3637" y="3578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0" name="Line 31"/>
            <p:cNvSpPr>
              <a:spLocks noChangeShapeType="1"/>
            </p:cNvSpPr>
            <p:nvPr/>
          </p:nvSpPr>
          <p:spPr bwMode="auto">
            <a:xfrm flipH="1">
              <a:off x="3874" y="3757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9361" name="Object 33"/>
          <p:cNvGraphicFramePr>
            <a:graphicFrameLocks noChangeAspect="1"/>
          </p:cNvGraphicFramePr>
          <p:nvPr/>
        </p:nvGraphicFramePr>
        <p:xfrm>
          <a:off x="7062788" y="5648325"/>
          <a:ext cx="7096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9936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62788" y="5648325"/>
                        <a:ext cx="7096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9362" name="Rectangle 34"/>
          <p:cNvSpPr>
            <a:spLocks noChangeArrowheads="1"/>
          </p:cNvSpPr>
          <p:nvPr/>
        </p:nvSpPr>
        <p:spPr bwMode="auto">
          <a:xfrm>
            <a:off x="7239000" y="5638800"/>
            <a:ext cx="533400" cy="6096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AD1130-8015-4016-BCFF-202A0733C204}" type="slidenum">
              <a:rPr lang="pt-BR"/>
              <a:pPr>
                <a:defRPr/>
              </a:pPr>
              <a:t>47</a:t>
            </a:fld>
            <a:endParaRPr lang="pt-BR"/>
          </a:p>
        </p:txBody>
      </p:sp>
      <p:graphicFrame>
        <p:nvGraphicFramePr>
          <p:cNvPr id="38928" name="Objeto 26"/>
          <p:cNvGraphicFramePr>
            <a:graphicFrameLocks noChangeAspect="1"/>
          </p:cNvGraphicFramePr>
          <p:nvPr/>
        </p:nvGraphicFramePr>
        <p:xfrm>
          <a:off x="1660525" y="4554538"/>
          <a:ext cx="8731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609336" imgH="203112" progId="Equation.DSMT4">
                  <p:embed/>
                </p:oleObj>
              </mc:Choice>
              <mc:Fallback>
                <p:oleObj name="Equation" r:id="rId14" imgW="609336" imgH="203112" progId="Equation.DSMT4">
                  <p:embed/>
                  <p:pic>
                    <p:nvPicPr>
                      <p:cNvPr id="38928" name="Objeto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554538"/>
                        <a:ext cx="8731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6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9939" name="Group 2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995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95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995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9940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995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995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9941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9942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9943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994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7" name="Object 15"/>
          <p:cNvGraphicFramePr>
            <a:graphicFrameLocks noChangeAspect="1"/>
          </p:cNvGraphicFramePr>
          <p:nvPr/>
        </p:nvGraphicFramePr>
        <p:xfrm>
          <a:off x="4164013" y="3932238"/>
          <a:ext cx="1838325" cy="690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82700" imgH="482600" progId="Equation.DSMT4">
                  <p:embed/>
                </p:oleObj>
              </mc:Choice>
              <mc:Fallback>
                <p:oleObj name="Equation" r:id="rId4" imgW="1282700" imgH="482600" progId="Equation.DSMT4">
                  <p:embed/>
                  <p:pic>
                    <p:nvPicPr>
                      <p:cNvPr id="100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32238"/>
                        <a:ext cx="1838325" cy="690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8" name="Object 16"/>
          <p:cNvGraphicFramePr>
            <a:graphicFrameLocks noChangeAspect="1"/>
          </p:cNvGraphicFramePr>
          <p:nvPr/>
        </p:nvGraphicFramePr>
        <p:xfrm>
          <a:off x="4181475" y="4632325"/>
          <a:ext cx="31115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171700" imgH="482600" progId="Equation.DSMT4">
                  <p:embed/>
                </p:oleObj>
              </mc:Choice>
              <mc:Fallback>
                <p:oleObj name="Equation" r:id="rId6" imgW="2171700" imgH="482600" progId="Equation.DSMT4">
                  <p:embed/>
                  <p:pic>
                    <p:nvPicPr>
                      <p:cNvPr id="100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1475" y="4632325"/>
                        <a:ext cx="31115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9" name="Object 17"/>
          <p:cNvGraphicFramePr>
            <a:graphicFrameLocks noChangeAspect="1"/>
          </p:cNvGraphicFramePr>
          <p:nvPr/>
        </p:nvGraphicFramePr>
        <p:xfrm>
          <a:off x="4164013" y="5332413"/>
          <a:ext cx="3275012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86000" imgH="508000" progId="Equation.DSMT4">
                  <p:embed/>
                </p:oleObj>
              </mc:Choice>
              <mc:Fallback>
                <p:oleObj name="Equation" r:id="rId8" imgW="2286000" imgH="508000" progId="Equation.DSMT4">
                  <p:embed/>
                  <p:pic>
                    <p:nvPicPr>
                      <p:cNvPr id="100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2413"/>
                        <a:ext cx="3275012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70" name="Object 18"/>
          <p:cNvGraphicFramePr>
            <a:graphicFrameLocks noChangeAspect="1"/>
          </p:cNvGraphicFramePr>
          <p:nvPr/>
        </p:nvGraphicFramePr>
        <p:xfrm>
          <a:off x="4164013" y="6069013"/>
          <a:ext cx="16017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115" imgH="444307" progId="Equation.DSMT4">
                  <p:embed/>
                </p:oleObj>
              </mc:Choice>
              <mc:Fallback>
                <p:oleObj name="Equation" r:id="rId10" imgW="1117115" imgH="444307" progId="Equation.DSMT4">
                  <p:embed/>
                  <p:pic>
                    <p:nvPicPr>
                      <p:cNvPr id="10037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69013"/>
                        <a:ext cx="16017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8" name="Object 22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75920" imgH="393529" progId="Equation.DSMT4">
                  <p:embed/>
                </p:oleObj>
              </mc:Choice>
              <mc:Fallback>
                <p:oleObj name="Equation" r:id="rId12" imgW="875920" imgH="393529" progId="Equation.DSMT4">
                  <p:embed/>
                  <p:pic>
                    <p:nvPicPr>
                      <p:cNvPr id="3994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9" name="Object 24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01800" imgH="228600" progId="Equation.DSMT4">
                  <p:embed/>
                </p:oleObj>
              </mc:Choice>
              <mc:Fallback>
                <p:oleObj name="Equation" r:id="rId14" imgW="1701800" imgH="228600" progId="Equation.DSMT4">
                  <p:embed/>
                  <p:pic>
                    <p:nvPicPr>
                      <p:cNvPr id="3994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68FD9-2303-49F2-8893-43FC6BE5E568}" type="slidenum">
              <a:rPr lang="pt-BR"/>
              <a:pPr>
                <a:defRPr/>
              </a:pPr>
              <a:t>48</a:t>
            </a:fld>
            <a:endParaRPr lang="pt-BR"/>
          </a:p>
        </p:txBody>
      </p:sp>
      <p:graphicFrame>
        <p:nvGraphicFramePr>
          <p:cNvPr id="39951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23586" imgH="203112" progId="Equation.DSMT4">
                  <p:embed/>
                </p:oleObj>
              </mc:Choice>
              <mc:Fallback>
                <p:oleObj name="Equation" r:id="rId16" imgW="723586" imgH="203112" progId="Equation.DSMT4">
                  <p:embed/>
                  <p:pic>
                    <p:nvPicPr>
                      <p:cNvPr id="39951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40963" name="Group 32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4098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4098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40964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4098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098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40965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0966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40967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4096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8" name="Object 14"/>
          <p:cNvGraphicFramePr>
            <a:graphicFrameLocks noChangeAspect="1"/>
          </p:cNvGraphicFramePr>
          <p:nvPr/>
        </p:nvGraphicFramePr>
        <p:xfrm>
          <a:off x="4164013" y="3970338"/>
          <a:ext cx="2565400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90700" imgH="444500" progId="Equation.DSMT4">
                  <p:embed/>
                </p:oleObj>
              </mc:Choice>
              <mc:Fallback>
                <p:oleObj name="Equation" r:id="rId4" imgW="1790700" imgH="444500" progId="Equation.DSMT4">
                  <p:embed/>
                  <p:pic>
                    <p:nvPicPr>
                      <p:cNvPr id="4096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70338"/>
                        <a:ext cx="2565400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9" name="Object 18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75920" imgH="393529" progId="Equation.DSMT4">
                  <p:embed/>
                </p:oleObj>
              </mc:Choice>
              <mc:Fallback>
                <p:oleObj name="Equation" r:id="rId6" imgW="875920" imgH="393529" progId="Equation.DSMT4">
                  <p:embed/>
                  <p:pic>
                    <p:nvPicPr>
                      <p:cNvPr id="40969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70" name="Object 19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01800" imgH="228600" progId="Equation.DSMT4">
                  <p:embed/>
                </p:oleObj>
              </mc:Choice>
              <mc:Fallback>
                <p:oleObj name="Equation" r:id="rId8" imgW="1701800" imgH="228600" progId="Equation.DSMT4">
                  <p:embed/>
                  <p:pic>
                    <p:nvPicPr>
                      <p:cNvPr id="4097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6" name="Object 20"/>
          <p:cNvGraphicFramePr>
            <a:graphicFrameLocks noChangeAspect="1"/>
          </p:cNvGraphicFramePr>
          <p:nvPr/>
        </p:nvGraphicFramePr>
        <p:xfrm>
          <a:off x="4164013" y="4652963"/>
          <a:ext cx="3402012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374900" imgH="444500" progId="Equation.DSMT4">
                  <p:embed/>
                </p:oleObj>
              </mc:Choice>
              <mc:Fallback>
                <p:oleObj name="Equation" r:id="rId10" imgW="2374900" imgH="444500" progId="Equation.DSMT4">
                  <p:embed/>
                  <p:pic>
                    <p:nvPicPr>
                      <p:cNvPr id="101396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4652963"/>
                        <a:ext cx="3402012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7" name="Object 21"/>
          <p:cNvGraphicFramePr>
            <a:graphicFrameLocks noChangeAspect="1"/>
          </p:cNvGraphicFramePr>
          <p:nvPr/>
        </p:nvGraphicFramePr>
        <p:xfrm>
          <a:off x="4164013" y="5335588"/>
          <a:ext cx="400367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4000" imgH="444500" progId="Equation.DSMT4">
                  <p:embed/>
                </p:oleObj>
              </mc:Choice>
              <mc:Fallback>
                <p:oleObj name="Equation" r:id="rId12" imgW="2794000" imgH="444500" progId="Equation.DSMT4">
                  <p:embed/>
                  <p:pic>
                    <p:nvPicPr>
                      <p:cNvPr id="10139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5588"/>
                        <a:ext cx="400367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8" name="Object 22"/>
          <p:cNvGraphicFramePr>
            <a:graphicFrameLocks noChangeAspect="1"/>
          </p:cNvGraphicFramePr>
          <p:nvPr/>
        </p:nvGraphicFramePr>
        <p:xfrm>
          <a:off x="4164013" y="6019800"/>
          <a:ext cx="2784475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943100" imgH="444500" progId="Equation.DSMT4">
                  <p:embed/>
                </p:oleObj>
              </mc:Choice>
              <mc:Fallback>
                <p:oleObj name="Equation" r:id="rId14" imgW="1943100" imgH="444500" progId="Equation.DSMT4">
                  <p:embed/>
                  <p:pic>
                    <p:nvPicPr>
                      <p:cNvPr id="10139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19800"/>
                        <a:ext cx="2784475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6934200" y="6019800"/>
          <a:ext cx="1055688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36280" imgH="444307" progId="Equation.DSMT4">
                  <p:embed/>
                </p:oleObj>
              </mc:Choice>
              <mc:Fallback>
                <p:oleObj name="Equation" r:id="rId16" imgW="736280" imgH="444307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200" y="6019800"/>
                        <a:ext cx="1055688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7978775" y="6037263"/>
          <a:ext cx="9461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60400" imgH="419100" progId="Equation.DSMT4">
                  <p:embed/>
                </p:oleObj>
              </mc:Choice>
              <mc:Fallback>
                <p:oleObj name="Equation" r:id="rId18" imgW="660400" imgH="419100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78775" y="6037263"/>
                        <a:ext cx="9461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8153400" y="5943600"/>
            <a:ext cx="7620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31"/>
          <p:cNvGrpSpPr>
            <a:grpSpLocks/>
          </p:cNvGrpSpPr>
          <p:nvPr/>
        </p:nvGrpSpPr>
        <p:grpSpPr bwMode="auto">
          <a:xfrm>
            <a:off x="7391400" y="6088063"/>
            <a:ext cx="533400" cy="525462"/>
            <a:chOff x="4656" y="3835"/>
            <a:chExt cx="336" cy="331"/>
          </a:xfrm>
        </p:grpSpPr>
        <p:sp>
          <p:nvSpPr>
            <p:cNvPr id="40980" name="Line 28"/>
            <p:cNvSpPr>
              <a:spLocks noChangeShapeType="1"/>
            </p:cNvSpPr>
            <p:nvPr/>
          </p:nvSpPr>
          <p:spPr bwMode="auto">
            <a:xfrm flipH="1">
              <a:off x="4656" y="4022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1" name="Line 27"/>
            <p:cNvSpPr>
              <a:spLocks noChangeShapeType="1"/>
            </p:cNvSpPr>
            <p:nvPr/>
          </p:nvSpPr>
          <p:spPr bwMode="auto">
            <a:xfrm flipH="1">
              <a:off x="4896" y="3835"/>
              <a:ext cx="85" cy="3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BA49E-9B4D-4E14-B19C-8B2007D2450A}" type="slidenum">
              <a:rPr lang="pt-BR"/>
              <a:pPr>
                <a:defRPr/>
              </a:pPr>
              <a:t>49</a:t>
            </a:fld>
            <a:endParaRPr lang="pt-BR"/>
          </a:p>
        </p:txBody>
      </p:sp>
      <p:graphicFrame>
        <p:nvGraphicFramePr>
          <p:cNvPr id="40979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23586" imgH="203112" progId="Equation.DSMT4">
                  <p:embed/>
                </p:oleObj>
              </mc:Choice>
              <mc:Fallback>
                <p:oleObj name="Equation" r:id="rId20" imgW="723586" imgH="203112" progId="Equation.DSMT4">
                  <p:embed/>
                  <p:pic>
                    <p:nvPicPr>
                      <p:cNvPr id="40979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986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32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42032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41988" name="Object 15"/>
          <p:cNvGraphicFramePr>
            <a:graphicFrameLocks noChangeAspect="1"/>
          </p:cNvGraphicFramePr>
          <p:nvPr/>
        </p:nvGraphicFramePr>
        <p:xfrm>
          <a:off x="1116013" y="3860800"/>
          <a:ext cx="12557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5920" imgH="393529" progId="Equation.DSMT4">
                  <p:embed/>
                </p:oleObj>
              </mc:Choice>
              <mc:Fallback>
                <p:oleObj name="Equation" r:id="rId4" imgW="875920" imgH="393529" progId="Equation.DSMT4">
                  <p:embed/>
                  <p:pic>
                    <p:nvPicPr>
                      <p:cNvPr id="41988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860800"/>
                        <a:ext cx="12557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9" name="Object 21"/>
          <p:cNvGraphicFramePr>
            <a:graphicFrameLocks noChangeAspect="1"/>
          </p:cNvGraphicFramePr>
          <p:nvPr/>
        </p:nvGraphicFramePr>
        <p:xfrm>
          <a:off x="1116013" y="4508500"/>
          <a:ext cx="165576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419100" progId="Equation.DSMT4">
                  <p:embed/>
                </p:oleObj>
              </mc:Choice>
              <mc:Fallback>
                <p:oleObj name="Equation" r:id="rId6" imgW="1155700" imgH="419100" progId="Equation.DSMT4">
                  <p:embed/>
                  <p:pic>
                    <p:nvPicPr>
                      <p:cNvPr id="4198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508500"/>
                        <a:ext cx="165576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5B798B-05FD-4DEB-82AD-CEDA4B07A4A6}" type="slidenum">
              <a:rPr lang="pt-BR"/>
              <a:pPr>
                <a:defRPr/>
              </a:pPr>
              <a:t>50</a:t>
            </a:fld>
            <a:endParaRPr lang="pt-BR"/>
          </a:p>
        </p:txBody>
      </p:sp>
      <p:sp>
        <p:nvSpPr>
          <p:cNvPr id="41991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41992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42029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42029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108075" y="5845175"/>
          <a:ext cx="15049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54100" imgH="203200" progId="Equation.DSMT4">
                  <p:embed/>
                </p:oleObj>
              </mc:Choice>
              <mc:Fallback>
                <p:oleObj name="Equation" r:id="rId10" imgW="1054100" imgH="203200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8075" y="5845175"/>
                        <a:ext cx="15049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1994" name="Group 44"/>
          <p:cNvGrpSpPr>
            <a:grpSpLocks/>
          </p:cNvGrpSpPr>
          <p:nvPr/>
        </p:nvGrpSpPr>
        <p:grpSpPr bwMode="auto">
          <a:xfrm>
            <a:off x="695325" y="5229225"/>
            <a:ext cx="2130425" cy="336550"/>
            <a:chOff x="566" y="2969"/>
            <a:chExt cx="1342" cy="212"/>
          </a:xfrm>
        </p:grpSpPr>
        <p:sp>
          <p:nvSpPr>
            <p:cNvPr id="42026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2027" name="Object 25"/>
            <p:cNvGraphicFramePr>
              <a:graphicFrameLocks noChangeAspect="1"/>
            </p:cNvGraphicFramePr>
            <p:nvPr/>
          </p:nvGraphicFramePr>
          <p:xfrm>
            <a:off x="1176" y="2991"/>
            <a:ext cx="732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812447" imgH="203112" progId="Equation.DSMT4">
                    <p:embed/>
                  </p:oleObj>
                </mc:Choice>
                <mc:Fallback>
                  <p:oleObj name="Equation" r:id="rId12" imgW="812447" imgH="203112" progId="Equation.DSMT4">
                    <p:embed/>
                    <p:pic>
                      <p:nvPicPr>
                        <p:cNvPr id="42027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6" y="2991"/>
                          <a:ext cx="732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83947" imgH="482391" progId="Equation.DSMT4">
                  <p:embed/>
                </p:oleObj>
              </mc:Choice>
              <mc:Fallback>
                <p:oleObj name="Equation" r:id="rId14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3200400" y="5245100"/>
          <a:ext cx="1160463" cy="255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12447" imgH="177723" progId="Equation.DSMT4">
                  <p:embed/>
                </p:oleObj>
              </mc:Choice>
              <mc:Fallback>
                <p:oleObj name="Equation" r:id="rId16" imgW="812447" imgH="177723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5245100"/>
                        <a:ext cx="1160463" cy="255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upo 16"/>
          <p:cNvGrpSpPr>
            <a:grpSpLocks/>
          </p:cNvGrpSpPr>
          <p:nvPr/>
        </p:nvGrpSpPr>
        <p:grpSpPr bwMode="auto">
          <a:xfrm>
            <a:off x="4786313" y="5013325"/>
            <a:ext cx="2951162" cy="1682750"/>
            <a:chOff x="4674496" y="5013176"/>
            <a:chExt cx="2951163" cy="1682750"/>
          </a:xfrm>
        </p:grpSpPr>
        <p:grpSp>
          <p:nvGrpSpPr>
            <p:cNvPr id="42015" name="Grupo 26"/>
            <p:cNvGrpSpPr>
              <a:grpSpLocks/>
            </p:cNvGrpSpPr>
            <p:nvPr/>
          </p:nvGrpSpPr>
          <p:grpSpPr bwMode="auto">
            <a:xfrm>
              <a:off x="4674496" y="5013176"/>
              <a:ext cx="2951163" cy="1682750"/>
              <a:chOff x="5386198" y="2189346"/>
              <a:chExt cx="2951163" cy="1682750"/>
            </a:xfrm>
          </p:grpSpPr>
          <p:grpSp>
            <p:nvGrpSpPr>
              <p:cNvPr id="42018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23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24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25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19" name="Group 7"/>
              <p:cNvGrpSpPr>
                <a:grpSpLocks/>
              </p:cNvGrpSpPr>
              <p:nvPr/>
            </p:nvGrpSpPr>
            <p:grpSpPr bwMode="auto">
              <a:xfrm>
                <a:off x="6143435" y="3502209"/>
                <a:ext cx="1730375" cy="350837"/>
                <a:chOff x="1250" y="1890"/>
                <a:chExt cx="1090" cy="221"/>
              </a:xfrm>
            </p:grpSpPr>
            <p:sp>
              <p:nvSpPr>
                <p:cNvPr id="42021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99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5</a:t>
                  </a:r>
                </a:p>
              </p:txBody>
            </p:sp>
            <p:sp>
              <p:nvSpPr>
                <p:cNvPr id="42022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094" y="1890"/>
                  <a:ext cx="246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10</a:t>
                  </a:r>
                </a:p>
              </p:txBody>
            </p:sp>
          </p:grpSp>
          <p:sp>
            <p:nvSpPr>
              <p:cNvPr id="42020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16" name="Objeto 49"/>
            <p:cNvGraphicFramePr>
              <a:graphicFrameLocks noChangeAspect="1"/>
            </p:cNvGraphicFramePr>
            <p:nvPr/>
          </p:nvGraphicFramePr>
          <p:xfrm>
            <a:off x="4957292" y="5414923"/>
            <a:ext cx="139680" cy="3934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9639" imgH="393529" progId="Equation.DSMT4">
                    <p:embed/>
                  </p:oleObj>
                </mc:Choice>
                <mc:Fallback>
                  <p:oleObj name="Equation" r:id="rId18" imgW="139639" imgH="393529" progId="Equation.DSMT4">
                    <p:embed/>
                    <p:pic>
                      <p:nvPicPr>
                        <p:cNvPr id="42016" name="Objeto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57292" y="5414923"/>
                          <a:ext cx="139680" cy="3934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Conector reto 15"/>
            <p:cNvCxnSpPr/>
            <p:nvPr/>
          </p:nvCxnSpPr>
          <p:spPr>
            <a:xfrm flipH="1">
              <a:off x="5123758" y="5611664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9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42004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42007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12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13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1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08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42010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42011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42009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05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355292" imgH="393359" progId="Equation.DSMT4">
                    <p:embed/>
                  </p:oleObj>
                </mc:Choice>
                <mc:Fallback>
                  <p:oleObj name="Equation" r:id="rId20" imgW="355292" imgH="393359" progId="Equation.DSMT4">
                    <p:embed/>
                    <p:pic>
                      <p:nvPicPr>
                        <p:cNvPr id="42005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o 19"/>
          <p:cNvGrpSpPr>
            <a:grpSpLocks/>
          </p:cNvGrpSpPr>
          <p:nvPr/>
        </p:nvGrpSpPr>
        <p:grpSpPr bwMode="auto">
          <a:xfrm>
            <a:off x="6249988" y="4937125"/>
            <a:ext cx="2209800" cy="1436688"/>
            <a:chOff x="6139020" y="4937125"/>
            <a:chExt cx="2209643" cy="1436538"/>
          </a:xfrm>
        </p:grpSpPr>
        <p:sp>
          <p:nvSpPr>
            <p:cNvPr id="48" name="Retângulo 47"/>
            <p:cNvSpPr/>
            <p:nvPr/>
          </p:nvSpPr>
          <p:spPr>
            <a:xfrm flipH="1">
              <a:off x="6139020" y="5611743"/>
              <a:ext cx="550823" cy="76192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02" name="Objeto 57"/>
            <p:cNvGraphicFramePr>
              <a:graphicFrameLocks noChangeAspect="1"/>
            </p:cNvGraphicFramePr>
            <p:nvPr/>
          </p:nvGraphicFramePr>
          <p:xfrm>
            <a:off x="7151688" y="4937125"/>
            <a:ext cx="1196975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837836" imgH="203112" progId="Equation.DSMT4">
                    <p:embed/>
                  </p:oleObj>
                </mc:Choice>
                <mc:Fallback>
                  <p:oleObj name="Equation" r:id="rId22" imgW="837836" imgH="203112" progId="Equation.DSMT4">
                    <p:embed/>
                    <p:pic>
                      <p:nvPicPr>
                        <p:cNvPr id="42002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51688" y="4937125"/>
                          <a:ext cx="1196975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393002" y="5181574"/>
              <a:ext cx="647654" cy="6428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Object 26"/>
          <p:cNvGraphicFramePr>
            <a:graphicFrameLocks noChangeAspect="1"/>
          </p:cNvGraphicFramePr>
          <p:nvPr/>
        </p:nvGraphicFramePr>
        <p:xfrm>
          <a:off x="2274888" y="624840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307532" imgH="393529" progId="Equation.DSMT4">
                  <p:embed/>
                </p:oleObj>
              </mc:Choice>
              <mc:Fallback>
                <p:oleObj name="Equation" r:id="rId24" imgW="1307532" imgH="393529" progId="Equation.DSMT4">
                  <p:embed/>
                  <p:pic>
                    <p:nvPicPr>
                      <p:cNvPr id="61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4888" y="624840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927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927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45025"/>
          <a:ext cx="1165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12447" imgH="228501" progId="Equation.DSMT4">
                  <p:embed/>
                </p:oleObj>
              </mc:Choice>
              <mc:Fallback>
                <p:oleObj name="Equation" r:id="rId4" imgW="812447" imgH="228501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45025"/>
                        <a:ext cx="1165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AF8A7B-8B9A-424A-9222-5FB54F895A52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43014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Normal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206500" y="2414588"/>
            <a:ext cx="3322638" cy="744537"/>
            <a:chOff x="373360" y="2414588"/>
            <a:chExt cx="3323098" cy="744537"/>
          </a:xfrm>
        </p:grpSpPr>
        <p:sp>
          <p:nvSpPr>
            <p:cNvPr id="43045" name="Text Box 12"/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118173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>
                  <a:latin typeface="Times New Roman" pitchFamily="18" charset="0"/>
                </a:rPr>
                <a:t> </a:t>
              </a:r>
              <a:r>
                <a:rPr lang="pt-BR" altLang="pt-BR" sz="1600">
                  <a:latin typeface="Times New Roman" pitchFamily="18" charset="0"/>
                </a:rPr>
                <a:t>≤</a:t>
              </a:r>
              <a:r>
                <a:rPr lang="pt-BR" altLang="pt-BR" sz="1600" i="1">
                  <a:latin typeface="Times New Roman" pitchFamily="18" charset="0"/>
                </a:rPr>
                <a:t> x </a:t>
              </a:r>
              <a:r>
                <a:rPr lang="pt-BR" altLang="pt-BR" sz="1600">
                  <a:latin typeface="Times New Roman" pitchFamily="18" charset="0"/>
                </a:rPr>
                <a:t>≤ 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graphicFrame>
          <p:nvGraphicFramePr>
            <p:cNvPr id="43046" name="Object 13"/>
            <p:cNvGraphicFramePr>
              <a:graphicFrameLocks noChangeAspect="1"/>
            </p:cNvGraphicFramePr>
            <p:nvPr/>
          </p:nvGraphicFramePr>
          <p:xfrm>
            <a:off x="373360" y="2414588"/>
            <a:ext cx="2090738" cy="7445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459866" imgH="520474" progId="Equation.DSMT4">
                    <p:embed/>
                  </p:oleObj>
                </mc:Choice>
                <mc:Fallback>
                  <p:oleObj name="Equation" r:id="rId6" imgW="1459866" imgH="520474" progId="Equation.DSMT4">
                    <p:embed/>
                    <p:pic>
                      <p:nvPicPr>
                        <p:cNvPr id="43046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3360" y="2414588"/>
                          <a:ext cx="2090738" cy="7445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081088" y="5845175"/>
          <a:ext cx="1558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91726" imgH="203112" progId="Equation.DSMT4">
                  <p:embed/>
                </p:oleObj>
              </mc:Choice>
              <mc:Fallback>
                <p:oleObj name="Equation" r:id="rId8" imgW="1091726" imgH="203112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1088" y="5845175"/>
                        <a:ext cx="1558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" name="Group 44"/>
          <p:cNvGrpSpPr>
            <a:grpSpLocks/>
          </p:cNvGrpSpPr>
          <p:nvPr/>
        </p:nvGrpSpPr>
        <p:grpSpPr bwMode="auto">
          <a:xfrm>
            <a:off x="695325" y="5229225"/>
            <a:ext cx="2149475" cy="336550"/>
            <a:chOff x="566" y="2969"/>
            <a:chExt cx="1354" cy="212"/>
          </a:xfrm>
        </p:grpSpPr>
        <p:sp>
          <p:nvSpPr>
            <p:cNvPr id="43043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3044" name="Object 25"/>
            <p:cNvGraphicFramePr>
              <a:graphicFrameLocks noChangeAspect="1"/>
            </p:cNvGraphicFramePr>
            <p:nvPr/>
          </p:nvGraphicFramePr>
          <p:xfrm>
            <a:off x="1165" y="2991"/>
            <a:ext cx="75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37836" imgH="203112" progId="Equation.DSMT4">
                    <p:embed/>
                  </p:oleObj>
                </mc:Choice>
                <mc:Fallback>
                  <p:oleObj name="Equation" r:id="rId10" imgW="837836" imgH="203112" progId="Equation.DSMT4">
                    <p:embed/>
                    <p:pic>
                      <p:nvPicPr>
                        <p:cNvPr id="43044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5" y="2991"/>
                          <a:ext cx="75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83947" imgH="482391" progId="Equation.DSMT4">
                  <p:embed/>
                </p:oleObj>
              </mc:Choice>
              <mc:Fallback>
                <p:oleObj name="Equation" r:id="rId12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2974975" y="5208588"/>
          <a:ext cx="1612900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30300" imgH="228600" progId="Equation.DSMT4">
                  <p:embed/>
                </p:oleObj>
              </mc:Choice>
              <mc:Fallback>
                <p:oleObj name="Equation" r:id="rId14" imgW="1130300" imgH="228600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4975" y="5208588"/>
                        <a:ext cx="1612900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16"/>
          <p:cNvGrpSpPr>
            <a:grpSpLocks/>
          </p:cNvGrpSpPr>
          <p:nvPr/>
        </p:nvGrpSpPr>
        <p:grpSpPr bwMode="auto">
          <a:xfrm>
            <a:off x="4876800" y="1974850"/>
            <a:ext cx="2960688" cy="1946275"/>
            <a:chOff x="3552" y="912"/>
            <a:chExt cx="1409" cy="1226"/>
          </a:xfrm>
        </p:grpSpPr>
        <p:pic>
          <p:nvPicPr>
            <p:cNvPr id="43040" name="Picture 17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696" y="912"/>
              <a:ext cx="1200" cy="10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041" name="Text Box 18"/>
            <p:cNvSpPr txBox="1">
              <a:spLocks noChangeArrowheads="1"/>
            </p:cNvSpPr>
            <p:nvPr/>
          </p:nvSpPr>
          <p:spPr bwMode="auto">
            <a:xfrm>
              <a:off x="3552" y="1907"/>
              <a:ext cx="20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-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  <p:sp>
          <p:nvSpPr>
            <p:cNvPr id="43042" name="Text Box 19"/>
            <p:cNvSpPr txBox="1">
              <a:spLocks noChangeArrowheads="1"/>
            </p:cNvSpPr>
            <p:nvPr/>
          </p:nvSpPr>
          <p:spPr bwMode="auto">
            <a:xfrm>
              <a:off x="4734" y="1907"/>
              <a:ext cx="22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+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</p:grpSp>
      <p:sp>
        <p:nvSpPr>
          <p:cNvPr id="57" name="Text Box 27"/>
          <p:cNvSpPr txBox="1">
            <a:spLocks noChangeArrowheads="1"/>
          </p:cNvSpPr>
          <p:nvPr/>
        </p:nvSpPr>
        <p:spPr bwMode="auto">
          <a:xfrm>
            <a:off x="6299200" y="3611563"/>
            <a:ext cx="3016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0" name="Group 39"/>
          <p:cNvGrpSpPr>
            <a:grpSpLocks/>
          </p:cNvGrpSpPr>
          <p:nvPr/>
        </p:nvGrpSpPr>
        <p:grpSpPr bwMode="auto">
          <a:xfrm>
            <a:off x="6457950" y="2859088"/>
            <a:ext cx="381000" cy="1433512"/>
            <a:chOff x="4068" y="1469"/>
            <a:chExt cx="240" cy="903"/>
          </a:xfrm>
        </p:grpSpPr>
        <p:sp>
          <p:nvSpPr>
            <p:cNvPr id="43034" name="Text Box 28"/>
            <p:cNvSpPr txBox="1">
              <a:spLocks noChangeArrowheads="1"/>
            </p:cNvSpPr>
            <p:nvPr/>
          </p:nvSpPr>
          <p:spPr bwMode="auto">
            <a:xfrm>
              <a:off x="4080" y="2160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endParaRPr lang="pt-BR" altLang="pt-BR" sz="1600" baseline="30000" dirty="0">
                <a:latin typeface="Times New Roman" pitchFamily="18" charset="0"/>
              </a:endParaRPr>
            </a:p>
          </p:txBody>
        </p:sp>
        <p:sp>
          <p:nvSpPr>
            <p:cNvPr id="43035" name="Line 31"/>
            <p:cNvSpPr>
              <a:spLocks noChangeShapeType="1"/>
            </p:cNvSpPr>
            <p:nvPr/>
          </p:nvSpPr>
          <p:spPr bwMode="auto">
            <a:xfrm>
              <a:off x="4308" y="1469"/>
              <a:ext cx="0" cy="4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43036" name="Group 37"/>
            <p:cNvGrpSpPr>
              <a:grpSpLocks/>
            </p:cNvGrpSpPr>
            <p:nvPr/>
          </p:nvGrpSpPr>
          <p:grpSpPr bwMode="auto">
            <a:xfrm>
              <a:off x="4068" y="2160"/>
              <a:ext cx="240" cy="48"/>
              <a:chOff x="4068" y="2208"/>
              <a:chExt cx="240" cy="48"/>
            </a:xfrm>
          </p:grpSpPr>
          <p:sp>
            <p:nvSpPr>
              <p:cNvPr id="43037" name="Line 34"/>
              <p:cNvSpPr>
                <a:spLocks noChangeShapeType="1"/>
              </p:cNvSpPr>
              <p:nvPr/>
            </p:nvSpPr>
            <p:spPr bwMode="auto">
              <a:xfrm>
                <a:off x="4068" y="2232"/>
                <a:ext cx="2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8" name="Line 35"/>
              <p:cNvSpPr>
                <a:spLocks noChangeShapeType="1"/>
              </p:cNvSpPr>
              <p:nvPr/>
            </p:nvSpPr>
            <p:spPr bwMode="auto">
              <a:xfrm>
                <a:off x="406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9" name="Line 36"/>
              <p:cNvSpPr>
                <a:spLocks noChangeShapeType="1"/>
              </p:cNvSpPr>
              <p:nvPr/>
            </p:nvSpPr>
            <p:spPr bwMode="auto">
              <a:xfrm>
                <a:off x="430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7162800" y="1992313"/>
          <a:ext cx="1198563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837836" imgH="482391" progId="Equation.DSMT4">
                  <p:embed/>
                </p:oleObj>
              </mc:Choice>
              <mc:Fallback>
                <p:oleObj name="Equation" r:id="rId17" imgW="837836" imgH="482391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800" y="1992313"/>
                        <a:ext cx="1198563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6" name="Grupo 25"/>
          <p:cNvGrpSpPr>
            <a:grpSpLocks/>
          </p:cNvGrpSpPr>
          <p:nvPr/>
        </p:nvGrpSpPr>
        <p:grpSpPr bwMode="auto">
          <a:xfrm>
            <a:off x="4876800" y="4592638"/>
            <a:ext cx="2960688" cy="2000250"/>
            <a:chOff x="4876800" y="4592612"/>
            <a:chExt cx="2960688" cy="2000670"/>
          </a:xfrm>
        </p:grpSpPr>
        <p:grpSp>
          <p:nvGrpSpPr>
            <p:cNvPr id="43029" name="Group 16"/>
            <p:cNvGrpSpPr>
              <a:grpSpLocks/>
            </p:cNvGrpSpPr>
            <p:nvPr/>
          </p:nvGrpSpPr>
          <p:grpSpPr bwMode="auto">
            <a:xfrm>
              <a:off x="4876800" y="4592612"/>
              <a:ext cx="2960688" cy="1946275"/>
              <a:chOff x="3552" y="912"/>
              <a:chExt cx="1409" cy="1226"/>
            </a:xfrm>
          </p:grpSpPr>
          <p:pic>
            <p:nvPicPr>
              <p:cNvPr id="43031" name="Picture 17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96" y="912"/>
                <a:ext cx="1200" cy="10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32" name="Text Box 18"/>
              <p:cNvSpPr txBox="1">
                <a:spLocks noChangeArrowheads="1"/>
              </p:cNvSpPr>
              <p:nvPr/>
            </p:nvSpPr>
            <p:spPr bwMode="auto">
              <a:xfrm>
                <a:off x="3552" y="1907"/>
                <a:ext cx="20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-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  <p:sp>
            <p:nvSpPr>
              <p:cNvPr id="43033" name="Text Box 19"/>
              <p:cNvSpPr txBox="1">
                <a:spLocks noChangeArrowheads="1"/>
              </p:cNvSpPr>
              <p:nvPr/>
            </p:nvSpPr>
            <p:spPr bwMode="auto">
              <a:xfrm>
                <a:off x="4734" y="1907"/>
                <a:ext cx="22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+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</p:grpSp>
        <p:sp>
          <p:nvSpPr>
            <p:cNvPr id="43030" name="CaixaDeTexto 8"/>
            <p:cNvSpPr txBox="1">
              <a:spLocks noChangeArrowheads="1"/>
            </p:cNvSpPr>
            <p:nvPr/>
          </p:nvSpPr>
          <p:spPr bwMode="auto">
            <a:xfrm>
              <a:off x="6269128" y="6254728"/>
              <a:ext cx="4026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10</a:t>
              </a:r>
            </a:p>
          </p:txBody>
        </p:sp>
      </p:grp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6038850" y="4629150"/>
            <a:ext cx="2360613" cy="1628775"/>
            <a:chOff x="6039500" y="4629324"/>
            <a:chExt cx="2359963" cy="1628740"/>
          </a:xfrm>
        </p:grpSpPr>
        <p:sp>
          <p:nvSpPr>
            <p:cNvPr id="13" name="Forma livre 12"/>
            <p:cNvSpPr/>
            <p:nvPr/>
          </p:nvSpPr>
          <p:spPr>
            <a:xfrm>
              <a:off x="6039500" y="4648374"/>
              <a:ext cx="579278" cy="1609690"/>
            </a:xfrm>
            <a:custGeom>
              <a:avLst/>
              <a:gdLst>
                <a:gd name="connsiteX0" fmla="*/ 0 w 579864"/>
                <a:gd name="connsiteY0" fmla="*/ 1610236 h 1610236"/>
                <a:gd name="connsiteX1" fmla="*/ 0 w 579864"/>
                <a:gd name="connsiteY1" fmla="*/ 936703 h 1610236"/>
                <a:gd name="connsiteX2" fmla="*/ 44605 w 579864"/>
                <a:gd name="connsiteY2" fmla="*/ 838572 h 1610236"/>
                <a:gd name="connsiteX3" fmla="*/ 98131 w 579864"/>
                <a:gd name="connsiteY3" fmla="*/ 660152 h 1610236"/>
                <a:gd name="connsiteX4" fmla="*/ 151657 w 579864"/>
                <a:gd name="connsiteY4" fmla="*/ 486193 h 1610236"/>
                <a:gd name="connsiteX5" fmla="*/ 209643 w 579864"/>
                <a:gd name="connsiteY5" fmla="*/ 338997 h 1610236"/>
                <a:gd name="connsiteX6" fmla="*/ 258709 w 579864"/>
                <a:gd name="connsiteY6" fmla="*/ 205183 h 1610236"/>
                <a:gd name="connsiteX7" fmla="*/ 312235 w 579864"/>
                <a:gd name="connsiteY7" fmla="*/ 93671 h 1610236"/>
                <a:gd name="connsiteX8" fmla="*/ 365760 w 579864"/>
                <a:gd name="connsiteY8" fmla="*/ 26763 h 1610236"/>
                <a:gd name="connsiteX9" fmla="*/ 423747 w 579864"/>
                <a:gd name="connsiteY9" fmla="*/ 0 h 1610236"/>
                <a:gd name="connsiteX10" fmla="*/ 486194 w 579864"/>
                <a:gd name="connsiteY10" fmla="*/ 31224 h 1610236"/>
                <a:gd name="connsiteX11" fmla="*/ 539720 w 579864"/>
                <a:gd name="connsiteY11" fmla="*/ 102592 h 1610236"/>
                <a:gd name="connsiteX12" fmla="*/ 579864 w 579864"/>
                <a:gd name="connsiteY12" fmla="*/ 205183 h 1610236"/>
                <a:gd name="connsiteX13" fmla="*/ 575403 w 579864"/>
                <a:gd name="connsiteY13" fmla="*/ 1610236 h 1610236"/>
                <a:gd name="connsiteX14" fmla="*/ 0 w 579864"/>
                <a:gd name="connsiteY14" fmla="*/ 1610236 h 161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79864" h="1610236">
                  <a:moveTo>
                    <a:pt x="0" y="1610236"/>
                  </a:moveTo>
                  <a:lnTo>
                    <a:pt x="0" y="936703"/>
                  </a:lnTo>
                  <a:lnTo>
                    <a:pt x="44605" y="838572"/>
                  </a:lnTo>
                  <a:lnTo>
                    <a:pt x="98131" y="660152"/>
                  </a:lnTo>
                  <a:lnTo>
                    <a:pt x="151657" y="486193"/>
                  </a:lnTo>
                  <a:lnTo>
                    <a:pt x="209643" y="338997"/>
                  </a:lnTo>
                  <a:lnTo>
                    <a:pt x="258709" y="205183"/>
                  </a:lnTo>
                  <a:lnTo>
                    <a:pt x="312235" y="93671"/>
                  </a:lnTo>
                  <a:lnTo>
                    <a:pt x="365760" y="26763"/>
                  </a:lnTo>
                  <a:lnTo>
                    <a:pt x="423747" y="0"/>
                  </a:lnTo>
                  <a:lnTo>
                    <a:pt x="486194" y="31224"/>
                  </a:lnTo>
                  <a:lnTo>
                    <a:pt x="539720" y="102592"/>
                  </a:lnTo>
                  <a:lnTo>
                    <a:pt x="579864" y="205183"/>
                  </a:lnTo>
                  <a:lnTo>
                    <a:pt x="575403" y="1610236"/>
                  </a:lnTo>
                  <a:lnTo>
                    <a:pt x="0" y="161023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3027" name="Objeto 57"/>
            <p:cNvGraphicFramePr>
              <a:graphicFrameLocks noChangeAspect="1"/>
            </p:cNvGraphicFramePr>
            <p:nvPr/>
          </p:nvGraphicFramePr>
          <p:xfrm>
            <a:off x="7146925" y="4629324"/>
            <a:ext cx="125253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876300" imgH="203200" progId="Equation.DSMT4">
                    <p:embed/>
                  </p:oleObj>
                </mc:Choice>
                <mc:Fallback>
                  <p:oleObj name="Equation" r:id="rId19" imgW="876300" imgH="203200" progId="Equation.DSMT4">
                    <p:embed/>
                    <p:pic>
                      <p:nvPicPr>
                        <p:cNvPr id="43027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46925" y="4629324"/>
                          <a:ext cx="125253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414047" y="4873794"/>
              <a:ext cx="649109" cy="6429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utoUpdateAnimBg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04463" name="Object 15"/>
          <p:cNvGraphicFramePr>
            <a:graphicFrameLocks noChangeAspect="1"/>
          </p:cNvGraphicFramePr>
          <p:nvPr/>
        </p:nvGraphicFramePr>
        <p:xfrm>
          <a:off x="1098550" y="2609850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393529" progId="Equation.DSMT4">
                  <p:embed/>
                </p:oleObj>
              </mc:Choice>
              <mc:Fallback>
                <p:oleObj name="Equation" r:id="rId2" imgW="710891" imgH="393529" progId="Equation.DSMT4">
                  <p:embed/>
                  <p:pic>
                    <p:nvPicPr>
                      <p:cNvPr id="10446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2609850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4" name="Object 16"/>
          <p:cNvGraphicFramePr>
            <a:graphicFrameLocks noChangeAspect="1"/>
          </p:cNvGraphicFramePr>
          <p:nvPr/>
        </p:nvGraphicFramePr>
        <p:xfrm>
          <a:off x="1098550" y="3657600"/>
          <a:ext cx="708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4870" imgH="203024" progId="Equation.DSMT4">
                  <p:embed/>
                </p:oleObj>
              </mc:Choice>
              <mc:Fallback>
                <p:oleObj name="Equation" r:id="rId4" imgW="494870" imgH="203024" progId="Equation.DSMT4">
                  <p:embed/>
                  <p:pic>
                    <p:nvPicPr>
                      <p:cNvPr id="10446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657600"/>
                        <a:ext cx="708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5" name="Object 17"/>
          <p:cNvGraphicFramePr>
            <a:graphicFrameLocks noChangeAspect="1"/>
          </p:cNvGraphicFramePr>
          <p:nvPr/>
        </p:nvGraphicFramePr>
        <p:xfrm>
          <a:off x="1822450" y="3494088"/>
          <a:ext cx="1216025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31613" progId="Equation.DSMT4">
                  <p:embed/>
                </p:oleObj>
              </mc:Choice>
              <mc:Fallback>
                <p:oleObj name="Equation" r:id="rId6" imgW="850531" imgH="431613" progId="Equation.DSMT4">
                  <p:embed/>
                  <p:pic>
                    <p:nvPicPr>
                      <p:cNvPr id="10446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2450" y="3494088"/>
                        <a:ext cx="1216025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6" name="Object 18"/>
          <p:cNvGraphicFramePr>
            <a:graphicFrameLocks noChangeAspect="1"/>
          </p:cNvGraphicFramePr>
          <p:nvPr/>
        </p:nvGraphicFramePr>
        <p:xfrm>
          <a:off x="3054350" y="3521075"/>
          <a:ext cx="1343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39392" imgH="393529" progId="Equation.DSMT4">
                  <p:embed/>
                </p:oleObj>
              </mc:Choice>
              <mc:Fallback>
                <p:oleObj name="Equation" r:id="rId8" imgW="939392" imgH="393529" progId="Equation.DSMT4">
                  <p:embed/>
                  <p:pic>
                    <p:nvPicPr>
                      <p:cNvPr id="10446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4350" y="3521075"/>
                        <a:ext cx="1343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7" name="Object 19"/>
          <p:cNvGraphicFramePr>
            <a:graphicFrameLocks noChangeAspect="1"/>
          </p:cNvGraphicFramePr>
          <p:nvPr/>
        </p:nvGraphicFramePr>
        <p:xfrm>
          <a:off x="4413250" y="3521075"/>
          <a:ext cx="1470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28254" imgH="393529" progId="Equation.DSMT4">
                  <p:embed/>
                </p:oleObj>
              </mc:Choice>
              <mc:Fallback>
                <p:oleObj name="Equation" r:id="rId10" imgW="1028254" imgH="393529" progId="Equation.DSMT4">
                  <p:embed/>
                  <p:pic>
                    <p:nvPicPr>
                      <p:cNvPr id="10446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3250" y="3521075"/>
                        <a:ext cx="1470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8" name="Object 20"/>
          <p:cNvGraphicFramePr>
            <a:graphicFrameLocks noChangeAspect="1"/>
          </p:cNvGraphicFramePr>
          <p:nvPr/>
        </p:nvGraphicFramePr>
        <p:xfrm>
          <a:off x="5899150" y="3521075"/>
          <a:ext cx="1270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8614" imgH="393529" progId="Equation.DSMT4">
                  <p:embed/>
                </p:oleObj>
              </mc:Choice>
              <mc:Fallback>
                <p:oleObj name="Equation" r:id="rId12" imgW="888614" imgH="393529" progId="Equation.DSMT4">
                  <p:embed/>
                  <p:pic>
                    <p:nvPicPr>
                      <p:cNvPr id="10446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99150" y="3521075"/>
                        <a:ext cx="1270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1098550" y="4710113"/>
          <a:ext cx="8540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96641" imgH="203112" progId="Equation.DSMT4">
                  <p:embed/>
                </p:oleObj>
              </mc:Choice>
              <mc:Fallback>
                <p:oleObj name="Equation" r:id="rId14" imgW="596641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4710113"/>
                        <a:ext cx="8540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1985963" y="4545013"/>
          <a:ext cx="1363662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52087" imgH="431613" progId="Equation.DSMT4">
                  <p:embed/>
                </p:oleObj>
              </mc:Choice>
              <mc:Fallback>
                <p:oleObj name="Equation" r:id="rId16" imgW="952087" imgH="431613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4545013"/>
                        <a:ext cx="1363662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3382963" y="4572000"/>
          <a:ext cx="16002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17115" imgH="393529" progId="Equation.DSMT4">
                  <p:embed/>
                </p:oleObj>
              </mc:Choice>
              <mc:Fallback>
                <p:oleObj name="Equation" r:id="rId18" imgW="1117115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2963" y="4572000"/>
                        <a:ext cx="16002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5026025" y="4572000"/>
          <a:ext cx="10731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393529" progId="Equation.DSMT4">
                  <p:embed/>
                </p:oleObj>
              </mc:Choice>
              <mc:Fallback>
                <p:oleObj name="Equation" r:id="rId20" imgW="748975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4572000"/>
                        <a:ext cx="10731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3" name="Text Box 25"/>
          <p:cNvSpPr txBox="1">
            <a:spLocks noChangeArrowheads="1"/>
          </p:cNvSpPr>
          <p:nvPr/>
        </p:nvSpPr>
        <p:spPr bwMode="auto">
          <a:xfrm>
            <a:off x="2393950" y="5670550"/>
            <a:ext cx="290669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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Distribuição Normal Padrão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1114425" y="5715000"/>
          <a:ext cx="10366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723586" imgH="203112" progId="Equation.DSMT4">
                  <p:embed/>
                </p:oleObj>
              </mc:Choice>
              <mc:Fallback>
                <p:oleObj name="Equation" r:id="rId22" imgW="723586" imgH="203112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4425" y="5715000"/>
                        <a:ext cx="10366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5" name="Rectangle 27"/>
          <p:cNvSpPr>
            <a:spLocks noChangeArrowheads="1"/>
          </p:cNvSpPr>
          <p:nvPr/>
        </p:nvSpPr>
        <p:spPr bwMode="auto">
          <a:xfrm>
            <a:off x="1022350" y="5594350"/>
            <a:ext cx="1219200" cy="5334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04479" name="Object 31"/>
          <p:cNvGraphicFramePr>
            <a:graphicFrameLocks noChangeAspect="1"/>
          </p:cNvGraphicFramePr>
          <p:nvPr/>
        </p:nvGraphicFramePr>
        <p:xfrm>
          <a:off x="6156325" y="4545013"/>
          <a:ext cx="800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558800" imgH="419100" progId="Equation.DSMT4">
                  <p:embed/>
                </p:oleObj>
              </mc:Choice>
              <mc:Fallback>
                <p:oleObj name="Equation" r:id="rId24" imgW="558800" imgH="419100" progId="Equation.DSMT4">
                  <p:embed/>
                  <p:pic>
                    <p:nvPicPr>
                      <p:cNvPr id="10447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56325" y="4545013"/>
                        <a:ext cx="800100" cy="601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23"/>
          <p:cNvGrpSpPr>
            <a:grpSpLocks/>
          </p:cNvGrpSpPr>
          <p:nvPr/>
        </p:nvGrpSpPr>
        <p:grpSpPr bwMode="auto">
          <a:xfrm>
            <a:off x="1028700" y="1857375"/>
            <a:ext cx="5875338" cy="338138"/>
            <a:chOff x="1071538" y="1857364"/>
            <a:chExt cx="5875372" cy="338554"/>
          </a:xfrm>
        </p:grpSpPr>
        <p:sp>
          <p:nvSpPr>
            <p:cNvPr id="44053" name="Text Box 25"/>
            <p:cNvSpPr txBox="1">
              <a:spLocks noChangeArrowheads="1"/>
            </p:cNvSpPr>
            <p:nvPr/>
          </p:nvSpPr>
          <p:spPr bwMode="auto">
            <a:xfrm>
              <a:off x="1071538" y="1857364"/>
              <a:ext cx="172996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Propriedade: se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4" name="Object 30"/>
            <p:cNvGraphicFramePr>
              <a:graphicFrameLocks noChangeAspect="1"/>
            </p:cNvGraphicFramePr>
            <p:nvPr/>
          </p:nvGraphicFramePr>
          <p:xfrm>
            <a:off x="2675448" y="1857370"/>
            <a:ext cx="12715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889000" imgH="228600" progId="Equation.DSMT4">
                    <p:embed/>
                  </p:oleObj>
                </mc:Choice>
                <mc:Fallback>
                  <p:oleObj name="Equation" r:id="rId26" imgW="889000" imgH="228600" progId="Equation.DSMT4">
                    <p:embed/>
                    <p:pic>
                      <p:nvPicPr>
                        <p:cNvPr id="44054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75448" y="1857370"/>
                          <a:ext cx="12715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5" name="Text Box 25"/>
            <p:cNvSpPr txBox="1">
              <a:spLocks noChangeArrowheads="1"/>
            </p:cNvSpPr>
            <p:nvPr/>
          </p:nvSpPr>
          <p:spPr bwMode="auto">
            <a:xfrm>
              <a:off x="3929058" y="1857364"/>
              <a:ext cx="29687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6" name="Object 33"/>
            <p:cNvGraphicFramePr>
              <a:graphicFrameLocks noChangeAspect="1"/>
            </p:cNvGraphicFramePr>
            <p:nvPr/>
          </p:nvGraphicFramePr>
          <p:xfrm>
            <a:off x="4232458" y="1893883"/>
            <a:ext cx="1000125" cy="255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698197" imgH="177723" progId="Equation.DSMT4">
                    <p:embed/>
                  </p:oleObj>
                </mc:Choice>
                <mc:Fallback>
                  <p:oleObj name="Equation" r:id="rId28" imgW="698197" imgH="177723" progId="Equation.DSMT4">
                    <p:embed/>
                    <p:pic>
                      <p:nvPicPr>
                        <p:cNvPr id="44056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32458" y="1893883"/>
                          <a:ext cx="1000125" cy="255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7" name="Text Box 25"/>
            <p:cNvSpPr txBox="1">
              <a:spLocks noChangeArrowheads="1"/>
            </p:cNvSpPr>
            <p:nvPr/>
          </p:nvSpPr>
          <p:spPr bwMode="auto">
            <a:xfrm>
              <a:off x="5214942" y="1857364"/>
              <a:ext cx="71365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8" name="Object 34"/>
            <p:cNvGraphicFramePr>
              <a:graphicFrameLocks noChangeAspect="1"/>
            </p:cNvGraphicFramePr>
            <p:nvPr/>
          </p:nvGraphicFramePr>
          <p:xfrm>
            <a:off x="5929322" y="1896354"/>
            <a:ext cx="101758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710891" imgH="203112" progId="Equation.DSMT4">
                    <p:embed/>
                  </p:oleObj>
                </mc:Choice>
                <mc:Fallback>
                  <p:oleObj name="Equation" r:id="rId30" imgW="710891" imgH="203112" progId="Equation.DSMT4">
                    <p:embed/>
                    <p:pic>
                      <p:nvPicPr>
                        <p:cNvPr id="44058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929322" y="1896354"/>
                          <a:ext cx="101758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35"/>
          <p:cNvGraphicFramePr>
            <a:graphicFrameLocks noChangeAspect="1"/>
          </p:cNvGraphicFramePr>
          <p:nvPr/>
        </p:nvGraphicFramePr>
        <p:xfrm>
          <a:off x="5886450" y="1857375"/>
          <a:ext cx="183515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282700" imgH="228600" progId="Equation.DSMT4">
                  <p:embed/>
                </p:oleObj>
              </mc:Choice>
              <mc:Fallback>
                <p:oleObj name="Equation" r:id="rId32" imgW="1282700" imgH="228600" progId="Equation.DSMT4">
                  <p:embed/>
                  <p:pic>
                    <p:nvPicPr>
                      <p:cNvPr id="2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86450" y="1857375"/>
                        <a:ext cx="1835150" cy="3286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3571E-64C1-4B86-812A-557970FF6559}" type="slidenum">
              <a:rPr lang="pt-BR"/>
              <a:pPr>
                <a:defRPr/>
              </a:pPr>
              <a:t>52</a:t>
            </a:fld>
            <a:endParaRPr lang="pt-BR"/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052763" y="6000750"/>
            <a:ext cx="4023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(valores de probabilidade podem ser tabelados!)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473" grpId="0" autoUpdateAnimBg="0"/>
      <p:bldP spid="104475" grpId="0" animBg="1"/>
      <p:bldP spid="27" grpId="0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2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175" y="1989138"/>
            <a:ext cx="4879975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</a:t>
            </a:r>
          </a:p>
        </p:txBody>
      </p:sp>
      <p:graphicFrame>
        <p:nvGraphicFramePr>
          <p:cNvPr id="105483" name="Object 11"/>
          <p:cNvGraphicFramePr>
            <a:graphicFrameLocks noChangeAspect="1"/>
          </p:cNvGraphicFramePr>
          <p:nvPr/>
        </p:nvGraphicFramePr>
        <p:xfrm>
          <a:off x="827088" y="37338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10548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7338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484" name="Object 12"/>
          <p:cNvGraphicFramePr>
            <a:graphicFrameLocks noChangeAspect="1"/>
          </p:cNvGraphicFramePr>
          <p:nvPr/>
        </p:nvGraphicFramePr>
        <p:xfrm>
          <a:off x="827088" y="4267200"/>
          <a:ext cx="1958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71600" imgH="203200" progId="Equation.DSMT4">
                  <p:embed/>
                </p:oleObj>
              </mc:Choice>
              <mc:Fallback>
                <p:oleObj name="Equation" r:id="rId5" imgW="1371600" imgH="203200" progId="Equation.DSMT4">
                  <p:embed/>
                  <p:pic>
                    <p:nvPicPr>
                      <p:cNvPr id="105484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4267200"/>
                        <a:ext cx="1958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485" name="AutoShape 13"/>
          <p:cNvSpPr>
            <a:spLocks noChangeArrowheads="1"/>
          </p:cNvSpPr>
          <p:nvPr/>
        </p:nvSpPr>
        <p:spPr bwMode="auto">
          <a:xfrm>
            <a:off x="3444875" y="51117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6" name="AutoShape 14"/>
          <p:cNvSpPr>
            <a:spLocks noChangeArrowheads="1"/>
          </p:cNvSpPr>
          <p:nvPr/>
        </p:nvSpPr>
        <p:spPr bwMode="auto">
          <a:xfrm rot="5400000">
            <a:off x="7353300" y="15065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7" name="Rectangle 15"/>
          <p:cNvSpPr>
            <a:spLocks noChangeArrowheads="1"/>
          </p:cNvSpPr>
          <p:nvPr/>
        </p:nvSpPr>
        <p:spPr bwMode="auto">
          <a:xfrm>
            <a:off x="7416800" y="5137150"/>
            <a:ext cx="411163" cy="1793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5065" name="Grupo 2"/>
          <p:cNvGrpSpPr>
            <a:grpSpLocks/>
          </p:cNvGrpSpPr>
          <p:nvPr/>
        </p:nvGrpSpPr>
        <p:grpSpPr bwMode="auto">
          <a:xfrm>
            <a:off x="684213" y="1600200"/>
            <a:ext cx="2698750" cy="1289050"/>
            <a:chOff x="684213" y="1600200"/>
            <a:chExt cx="2698751" cy="1289467"/>
          </a:xfrm>
        </p:grpSpPr>
        <p:pic>
          <p:nvPicPr>
            <p:cNvPr id="45073" name="Picture 18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771526" y="1600200"/>
              <a:ext cx="2506663" cy="10588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74" name="Text Box 19"/>
            <p:cNvSpPr txBox="1">
              <a:spLocks noChangeArrowheads="1"/>
            </p:cNvSpPr>
            <p:nvPr/>
          </p:nvSpPr>
          <p:spPr bwMode="auto">
            <a:xfrm>
              <a:off x="684213" y="2551113"/>
              <a:ext cx="3968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5" name="Text Box 20"/>
            <p:cNvSpPr txBox="1">
              <a:spLocks noChangeArrowheads="1"/>
            </p:cNvSpPr>
            <p:nvPr/>
          </p:nvSpPr>
          <p:spPr bwMode="auto">
            <a:xfrm>
              <a:off x="2940051" y="2551113"/>
              <a:ext cx="442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6" name="Text Box 25"/>
            <p:cNvSpPr txBox="1">
              <a:spLocks noChangeArrowheads="1"/>
            </p:cNvSpPr>
            <p:nvPr/>
          </p:nvSpPr>
          <p:spPr bwMode="auto">
            <a:xfrm>
              <a:off x="1900238" y="2551113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45077" name="Text Box 26"/>
            <p:cNvSpPr txBox="1">
              <a:spLocks noChangeArrowheads="1"/>
            </p:cNvSpPr>
            <p:nvPr/>
          </p:nvSpPr>
          <p:spPr bwMode="auto">
            <a:xfrm>
              <a:off x="2385369" y="2551113"/>
              <a:ext cx="26481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  <a:endParaRPr lang="pt-BR" altLang="pt-BR" sz="1600" i="1" baseline="-25000">
                <a:latin typeface="Times New Roman" pitchFamily="18" charset="0"/>
              </a:endParaRPr>
            </a:p>
          </p:txBody>
        </p:sp>
        <p:sp>
          <p:nvSpPr>
            <p:cNvPr id="45078" name="Freeform 16" descr="Diagonal para cima clara"/>
            <p:cNvSpPr>
              <a:spLocks/>
            </p:cNvSpPr>
            <p:nvPr/>
          </p:nvSpPr>
          <p:spPr bwMode="auto">
            <a:xfrm>
              <a:off x="2517775" y="2304854"/>
              <a:ext cx="657225" cy="325224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1935163" y="2141538"/>
            <a:ext cx="6759575" cy="4402137"/>
            <a:chOff x="1219" y="1349"/>
            <a:chExt cx="4258" cy="2773"/>
          </a:xfrm>
        </p:grpSpPr>
        <p:graphicFrame>
          <p:nvGraphicFramePr>
            <p:cNvPr id="45068" name="Object 6"/>
            <p:cNvGraphicFramePr>
              <a:graphicFrameLocks noChangeAspect="1"/>
            </p:cNvGraphicFramePr>
            <p:nvPr/>
          </p:nvGraphicFramePr>
          <p:xfrm>
            <a:off x="1219" y="2016"/>
            <a:ext cx="527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583947" imgH="203112" progId="Equation.DSMT4">
                    <p:embed/>
                  </p:oleObj>
                </mc:Choice>
                <mc:Fallback>
                  <p:oleObj name="Equation" r:id="rId8" imgW="583947" imgH="203112" progId="Equation.DSMT4">
                    <p:embed/>
                    <p:pic>
                      <p:nvPicPr>
                        <p:cNvPr id="4506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9" y="2016"/>
                          <a:ext cx="527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5069" name="Rectangle 8"/>
            <p:cNvSpPr>
              <a:spLocks noChangeArrowheads="1"/>
            </p:cNvSpPr>
            <p:nvPr/>
          </p:nvSpPr>
          <p:spPr bwMode="auto">
            <a:xfrm>
              <a:off x="2691" y="1349"/>
              <a:ext cx="2786" cy="2773"/>
            </a:xfrm>
            <a:prstGeom prst="rect">
              <a:avLst/>
            </a:prstGeom>
            <a:noFill/>
            <a:ln w="2857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45070" name="Group 28"/>
            <p:cNvGrpSpPr>
              <a:grpSpLocks/>
            </p:cNvGrpSpPr>
            <p:nvPr/>
          </p:nvGrpSpPr>
          <p:grpSpPr bwMode="auto">
            <a:xfrm>
              <a:off x="1519" y="1607"/>
              <a:ext cx="1274" cy="455"/>
              <a:chOff x="1628" y="1607"/>
              <a:chExt cx="1187" cy="455"/>
            </a:xfrm>
          </p:grpSpPr>
          <p:sp>
            <p:nvSpPr>
              <p:cNvPr id="45071" name="Line 9"/>
              <p:cNvSpPr>
                <a:spLocks noChangeShapeType="1"/>
              </p:cNvSpPr>
              <p:nvPr/>
            </p:nvSpPr>
            <p:spPr bwMode="auto">
              <a:xfrm flipH="1">
                <a:off x="1628" y="1607"/>
                <a:ext cx="141" cy="417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072" name="Line 10"/>
              <p:cNvSpPr>
                <a:spLocks noChangeShapeType="1"/>
              </p:cNvSpPr>
              <p:nvPr/>
            </p:nvSpPr>
            <p:spPr bwMode="auto">
              <a:xfrm>
                <a:off x="1769" y="1607"/>
                <a:ext cx="1046" cy="45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5845F7-69E3-4B64-9195-DA89909C74A2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animBg="1"/>
      <p:bldP spid="105486" grpId="0" animBg="1"/>
      <p:bldP spid="10548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349625" y="2514600"/>
            <a:ext cx="2698750" cy="1316038"/>
            <a:chOff x="432" y="1584"/>
            <a:chExt cx="1700" cy="829"/>
          </a:xfrm>
        </p:grpSpPr>
        <p:grpSp>
          <p:nvGrpSpPr>
            <p:cNvPr id="46100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6103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6104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5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6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6101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6102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6084" name="Object 27"/>
          <p:cNvGraphicFramePr>
            <a:graphicFrameLocks noChangeAspect="1"/>
          </p:cNvGraphicFramePr>
          <p:nvPr/>
        </p:nvGraphicFramePr>
        <p:xfrm>
          <a:off x="684213" y="1676400"/>
          <a:ext cx="1431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46084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1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84213" y="4343400"/>
          <a:ext cx="3086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59000" imgH="203200" progId="Equation.DSMT4">
                  <p:embed/>
                </p:oleObj>
              </mc:Choice>
              <mc:Fallback>
                <p:oleObj name="Equation" r:id="rId5" imgW="2159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086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5140325" y="2827338"/>
            <a:ext cx="977900" cy="457200"/>
            <a:chOff x="4944" y="912"/>
            <a:chExt cx="616" cy="288"/>
          </a:xfrm>
        </p:grpSpPr>
        <p:sp>
          <p:nvSpPr>
            <p:cNvPr id="46098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6099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68A28FB-C838-42C5-B04F-9049501595DA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698500" y="2496463"/>
            <a:chExt cx="2698750" cy="1316039"/>
          </a:xfrm>
        </p:grpSpPr>
        <p:grpSp>
          <p:nvGrpSpPr>
            <p:cNvPr id="46090" name="Group 18"/>
            <p:cNvGrpSpPr>
              <a:grpSpLocks/>
            </p:cNvGrpSpPr>
            <p:nvPr/>
          </p:nvGrpSpPr>
          <p:grpSpPr bwMode="auto">
            <a:xfrm>
              <a:off x="698500" y="2496463"/>
              <a:ext cx="2698750" cy="1316039"/>
              <a:chOff x="3417" y="2573"/>
              <a:chExt cx="1700" cy="829"/>
            </a:xfrm>
          </p:grpSpPr>
          <p:grpSp>
            <p:nvGrpSpPr>
              <p:cNvPr id="46092" name="Group 19"/>
              <p:cNvGrpSpPr>
                <a:grpSpLocks/>
              </p:cNvGrpSpPr>
              <p:nvPr/>
            </p:nvGrpSpPr>
            <p:grpSpPr bwMode="auto">
              <a:xfrm>
                <a:off x="3417" y="2573"/>
                <a:ext cx="1700" cy="829"/>
                <a:chOff x="3561" y="941"/>
                <a:chExt cx="1700" cy="829"/>
              </a:xfrm>
            </p:grpSpPr>
            <p:pic>
              <p:nvPicPr>
                <p:cNvPr id="46094" name="Picture 20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616" y="941"/>
                  <a:ext cx="1579" cy="66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095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3561" y="1540"/>
                  <a:ext cx="25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-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6" name="Text Box 22"/>
                <p:cNvSpPr txBox="1">
                  <a:spLocks noChangeArrowheads="1"/>
                </p:cNvSpPr>
                <p:nvPr/>
              </p:nvSpPr>
              <p:spPr bwMode="auto">
                <a:xfrm>
                  <a:off x="4982" y="1540"/>
                  <a:ext cx="279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+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7" name="Text Box 23"/>
                <p:cNvSpPr txBox="1">
                  <a:spLocks noChangeArrowheads="1"/>
                </p:cNvSpPr>
                <p:nvPr/>
              </p:nvSpPr>
              <p:spPr bwMode="auto">
                <a:xfrm>
                  <a:off x="4327" y="1558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0</a:t>
                  </a:r>
                </a:p>
              </p:txBody>
            </p:sp>
          </p:grpSp>
          <p:sp>
            <p:nvSpPr>
              <p:cNvPr id="46093" name="Text Box 25"/>
              <p:cNvSpPr txBox="1">
                <a:spLocks noChangeArrowheads="1"/>
              </p:cNvSpPr>
              <p:nvPr/>
            </p:nvSpPr>
            <p:spPr bwMode="auto">
              <a:xfrm>
                <a:off x="3920" y="3186"/>
                <a:ext cx="295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imes New Roman" pitchFamily="18" charset="0"/>
                  </a:rPr>
                  <a:t>-1,5</a:t>
                </a:r>
              </a:p>
            </p:txBody>
          </p:sp>
        </p:grpSp>
        <p:sp>
          <p:nvSpPr>
            <p:cNvPr id="46091" name="Freeform 16" descr="Diagonal para cima clara"/>
            <p:cNvSpPr>
              <a:spLocks/>
            </p:cNvSpPr>
            <p:nvPr/>
          </p:nvSpPr>
          <p:spPr bwMode="auto">
            <a:xfrm flipH="1">
              <a:off x="1073207" y="2941806"/>
              <a:ext cx="657225" cy="584201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6011863" y="2514600"/>
            <a:ext cx="2698750" cy="1316038"/>
            <a:chOff x="432" y="1584"/>
            <a:chExt cx="1700" cy="829"/>
          </a:xfrm>
        </p:grpSpPr>
        <p:grpSp>
          <p:nvGrpSpPr>
            <p:cNvPr id="47134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7137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8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9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40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35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7136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6" name="Group 18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3417" y="2573"/>
            <a:chExt cx="1700" cy="829"/>
          </a:xfrm>
        </p:grpSpPr>
        <p:grpSp>
          <p:nvGrpSpPr>
            <p:cNvPr id="47127" name="Group 19"/>
            <p:cNvGrpSpPr>
              <a:grpSpLocks/>
            </p:cNvGrpSpPr>
            <p:nvPr/>
          </p:nvGrpSpPr>
          <p:grpSpPr bwMode="auto">
            <a:xfrm>
              <a:off x="3417" y="2573"/>
              <a:ext cx="1700" cy="829"/>
              <a:chOff x="3561" y="941"/>
              <a:chExt cx="1700" cy="829"/>
            </a:xfrm>
          </p:grpSpPr>
          <p:pic>
            <p:nvPicPr>
              <p:cNvPr id="47130" name="Picture 20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1" name="Text Box 21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2" name="Text Box 22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3" name="Text Box 23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8" name="Freeform 24" descr="Diagonal para cima clara"/>
            <p:cNvSpPr>
              <a:spLocks/>
            </p:cNvSpPr>
            <p:nvPr/>
          </p:nvSpPr>
          <p:spPr bwMode="auto">
            <a:xfrm>
              <a:off x="4272" y="2592"/>
              <a:ext cx="205" cy="629"/>
            </a:xfrm>
            <a:custGeom>
              <a:avLst/>
              <a:gdLst>
                <a:gd name="T0" fmla="*/ 1 w 205"/>
                <a:gd name="T1" fmla="*/ 703 h 622"/>
                <a:gd name="T2" fmla="*/ 0 w 205"/>
                <a:gd name="T3" fmla="*/ 0 h 622"/>
                <a:gd name="T4" fmla="*/ 33 w 205"/>
                <a:gd name="T5" fmla="*/ 8 h 622"/>
                <a:gd name="T6" fmla="*/ 59 w 205"/>
                <a:gd name="T7" fmla="*/ 26 h 622"/>
                <a:gd name="T8" fmla="*/ 81 w 205"/>
                <a:gd name="T9" fmla="*/ 61 h 622"/>
                <a:gd name="T10" fmla="*/ 104 w 205"/>
                <a:gd name="T11" fmla="*/ 89 h 622"/>
                <a:gd name="T12" fmla="*/ 133 w 205"/>
                <a:gd name="T13" fmla="*/ 142 h 622"/>
                <a:gd name="T14" fmla="*/ 158 w 205"/>
                <a:gd name="T15" fmla="*/ 191 h 622"/>
                <a:gd name="T16" fmla="*/ 182 w 205"/>
                <a:gd name="T17" fmla="*/ 247 h 622"/>
                <a:gd name="T18" fmla="*/ 205 w 205"/>
                <a:gd name="T19" fmla="*/ 289 h 622"/>
                <a:gd name="T20" fmla="*/ 204 w 205"/>
                <a:gd name="T21" fmla="*/ 703 h 622"/>
                <a:gd name="T22" fmla="*/ 1 w 205"/>
                <a:gd name="T23" fmla="*/ 703 h 62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205"/>
                <a:gd name="T37" fmla="*/ 0 h 622"/>
                <a:gd name="T38" fmla="*/ 205 w 205"/>
                <a:gd name="T39" fmla="*/ 622 h 622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205" h="622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04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7129" name="Text Box 25"/>
            <p:cNvSpPr txBox="1">
              <a:spLocks noChangeArrowheads="1"/>
            </p:cNvSpPr>
            <p:nvPr/>
          </p:nvSpPr>
          <p:spPr bwMode="auto">
            <a:xfrm>
              <a:off x="4344" y="3186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</p:grpSp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849" y="3341"/>
            <a:chExt cx="1700" cy="829"/>
          </a:xfrm>
        </p:grpSpPr>
        <p:grpSp>
          <p:nvGrpSpPr>
            <p:cNvPr id="47121" name="Group 3"/>
            <p:cNvGrpSpPr>
              <a:grpSpLocks/>
            </p:cNvGrpSpPr>
            <p:nvPr/>
          </p:nvGrpSpPr>
          <p:grpSpPr bwMode="auto">
            <a:xfrm>
              <a:off x="3849" y="3341"/>
              <a:ext cx="1700" cy="829"/>
              <a:chOff x="3561" y="941"/>
              <a:chExt cx="1700" cy="829"/>
            </a:xfrm>
          </p:grpSpPr>
          <p:pic>
            <p:nvPicPr>
              <p:cNvPr id="4712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24" name="Text Box 5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5" name="Text Box 6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6" name="Text Box 7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2" name="Freeform 8" descr="Diagonal para cima clara"/>
            <p:cNvSpPr>
              <a:spLocks/>
            </p:cNvSpPr>
            <p:nvPr/>
          </p:nvSpPr>
          <p:spPr bwMode="auto">
            <a:xfrm>
              <a:off x="4704" y="3360"/>
              <a:ext cx="619" cy="627"/>
            </a:xfrm>
            <a:custGeom>
              <a:avLst/>
              <a:gdLst>
                <a:gd name="T0" fmla="*/ 1 w 619"/>
                <a:gd name="T1" fmla="*/ 655 h 624"/>
                <a:gd name="T2" fmla="*/ 0 w 619"/>
                <a:gd name="T3" fmla="*/ 0 h 624"/>
                <a:gd name="T4" fmla="*/ 33 w 619"/>
                <a:gd name="T5" fmla="*/ 8 h 624"/>
                <a:gd name="T6" fmla="*/ 59 w 619"/>
                <a:gd name="T7" fmla="*/ 26 h 624"/>
                <a:gd name="T8" fmla="*/ 81 w 619"/>
                <a:gd name="T9" fmla="*/ 50 h 624"/>
                <a:gd name="T10" fmla="*/ 104 w 619"/>
                <a:gd name="T11" fmla="*/ 78 h 624"/>
                <a:gd name="T12" fmla="*/ 133 w 619"/>
                <a:gd name="T13" fmla="*/ 138 h 624"/>
                <a:gd name="T14" fmla="*/ 158 w 619"/>
                <a:gd name="T15" fmla="*/ 180 h 624"/>
                <a:gd name="T16" fmla="*/ 182 w 619"/>
                <a:gd name="T17" fmla="*/ 228 h 624"/>
                <a:gd name="T18" fmla="*/ 205 w 619"/>
                <a:gd name="T19" fmla="*/ 267 h 624"/>
                <a:gd name="T20" fmla="*/ 229 w 619"/>
                <a:gd name="T21" fmla="*/ 312 h 624"/>
                <a:gd name="T22" fmla="*/ 253 w 619"/>
                <a:gd name="T23" fmla="*/ 364 h 624"/>
                <a:gd name="T24" fmla="*/ 273 w 619"/>
                <a:gd name="T25" fmla="*/ 407 h 624"/>
                <a:gd name="T26" fmla="*/ 297 w 619"/>
                <a:gd name="T27" fmla="*/ 441 h 624"/>
                <a:gd name="T28" fmla="*/ 333 w 619"/>
                <a:gd name="T29" fmla="*/ 495 h 624"/>
                <a:gd name="T30" fmla="*/ 369 w 619"/>
                <a:gd name="T31" fmla="*/ 554 h 624"/>
                <a:gd name="T32" fmla="*/ 410 w 619"/>
                <a:gd name="T33" fmla="*/ 590 h 624"/>
                <a:gd name="T34" fmla="*/ 439 w 619"/>
                <a:gd name="T35" fmla="*/ 609 h 624"/>
                <a:gd name="T36" fmla="*/ 475 w 619"/>
                <a:gd name="T37" fmla="*/ 624 h 624"/>
                <a:gd name="T38" fmla="*/ 506 w 619"/>
                <a:gd name="T39" fmla="*/ 640 h 624"/>
                <a:gd name="T40" fmla="*/ 559 w 619"/>
                <a:gd name="T41" fmla="*/ 650 h 624"/>
                <a:gd name="T42" fmla="*/ 619 w 619"/>
                <a:gd name="T43" fmla="*/ 657 h 624"/>
                <a:gd name="T44" fmla="*/ 297 w 619"/>
                <a:gd name="T45" fmla="*/ 655 h 624"/>
                <a:gd name="T46" fmla="*/ 1 w 619"/>
                <a:gd name="T47" fmla="*/ 655 h 624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619"/>
                <a:gd name="T73" fmla="*/ 0 h 624"/>
                <a:gd name="T74" fmla="*/ 619 w 619"/>
                <a:gd name="T75" fmla="*/ 624 h 624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619" h="624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29" y="301"/>
                  </a:lnTo>
                  <a:lnTo>
                    <a:pt x="253" y="342"/>
                  </a:lnTo>
                  <a:lnTo>
                    <a:pt x="273" y="385"/>
                  </a:lnTo>
                  <a:lnTo>
                    <a:pt x="297" y="419"/>
                  </a:lnTo>
                  <a:lnTo>
                    <a:pt x="333" y="473"/>
                  </a:lnTo>
                  <a:lnTo>
                    <a:pt x="369" y="521"/>
                  </a:lnTo>
                  <a:lnTo>
                    <a:pt x="410" y="557"/>
                  </a:lnTo>
                  <a:lnTo>
                    <a:pt x="439" y="576"/>
                  </a:lnTo>
                  <a:lnTo>
                    <a:pt x="475" y="591"/>
                  </a:lnTo>
                  <a:lnTo>
                    <a:pt x="506" y="607"/>
                  </a:lnTo>
                  <a:lnTo>
                    <a:pt x="559" y="617"/>
                  </a:lnTo>
                  <a:lnTo>
                    <a:pt x="619" y="624"/>
                  </a:lnTo>
                  <a:lnTo>
                    <a:pt x="297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7110" name="Object 27"/>
          <p:cNvGraphicFramePr>
            <a:graphicFrameLocks noChangeAspect="1"/>
          </p:cNvGraphicFramePr>
          <p:nvPr/>
        </p:nvGraphicFramePr>
        <p:xfrm>
          <a:off x="684213" y="1676400"/>
          <a:ext cx="16144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29810" imgH="203112" progId="Equation.DSMT4">
                  <p:embed/>
                </p:oleObj>
              </mc:Choice>
              <mc:Fallback>
                <p:oleObj name="Equation" r:id="rId3" imgW="1129810" imgH="203112" progId="Equation.DSMT4">
                  <p:embed/>
                  <p:pic>
                    <p:nvPicPr>
                      <p:cNvPr id="4711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614487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74688" y="4343400"/>
          <a:ext cx="34480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13000" imgH="203200" progId="Equation.DSMT4">
                  <p:embed/>
                </p:oleObj>
              </mc:Choice>
              <mc:Fallback>
                <p:oleObj name="Equation" r:id="rId5" imgW="2413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688" y="4343400"/>
                        <a:ext cx="34480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8" name="Group 30"/>
          <p:cNvGrpSpPr>
            <a:grpSpLocks/>
          </p:cNvGrpSpPr>
          <p:nvPr/>
        </p:nvGrpSpPr>
        <p:grpSpPr bwMode="auto">
          <a:xfrm>
            <a:off x="4953000" y="2590800"/>
            <a:ext cx="666750" cy="457200"/>
            <a:chOff x="4944" y="912"/>
            <a:chExt cx="420" cy="288"/>
          </a:xfrm>
        </p:grpSpPr>
        <p:sp>
          <p:nvSpPr>
            <p:cNvPr id="47119" name="Text Box 31"/>
            <p:cNvSpPr txBox="1">
              <a:spLocks noChangeArrowheads="1"/>
            </p:cNvSpPr>
            <p:nvPr/>
          </p:nvSpPr>
          <p:spPr bwMode="auto">
            <a:xfrm>
              <a:off x="5088" y="912"/>
              <a:ext cx="27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</a:t>
              </a:r>
            </a:p>
          </p:txBody>
        </p:sp>
        <p:sp>
          <p:nvSpPr>
            <p:cNvPr id="47120" name="Line 32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45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7781925" y="2827338"/>
            <a:ext cx="977900" cy="457200"/>
            <a:chOff x="4944" y="912"/>
            <a:chExt cx="616" cy="288"/>
          </a:xfrm>
        </p:grpSpPr>
        <p:sp>
          <p:nvSpPr>
            <p:cNvPr id="47117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7118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C64DF7-A552-49B2-B195-D074BA9F8F38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  <p:bldP spid="11574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8131" name="Object 3"/>
          <p:cNvGraphicFramePr>
            <a:graphicFrameLocks noChangeAspect="1"/>
          </p:cNvGraphicFramePr>
          <p:nvPr/>
        </p:nvGraphicFramePr>
        <p:xfrm>
          <a:off x="684213" y="16764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02865" imgH="203112" progId="Equation.DSMT4">
                  <p:embed/>
                </p:oleObj>
              </mc:Choice>
              <mc:Fallback>
                <p:oleObj name="Equation" r:id="rId2" imgW="1002865" imgH="203112" progId="Equation.DSMT4">
                  <p:embed/>
                  <p:pic>
                    <p:nvPicPr>
                      <p:cNvPr id="4813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68" name="Object 4"/>
          <p:cNvGraphicFramePr>
            <a:graphicFrameLocks noChangeAspect="1"/>
          </p:cNvGraphicFramePr>
          <p:nvPr/>
        </p:nvGraphicFramePr>
        <p:xfrm>
          <a:off x="684213" y="4343400"/>
          <a:ext cx="35591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200" imgH="203200" progId="Equation.DSMT4">
                  <p:embed/>
                </p:oleObj>
              </mc:Choice>
              <mc:Fallback>
                <p:oleObj name="Equation" r:id="rId4" imgW="2489200" imgH="203200" progId="Equation.DSMT4">
                  <p:embed/>
                  <p:pic>
                    <p:nvPicPr>
                      <p:cNvPr id="1136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5591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6" name="Text Box 22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2" name="Group 77"/>
          <p:cNvGrpSpPr>
            <a:grpSpLocks/>
          </p:cNvGrpSpPr>
          <p:nvPr/>
        </p:nvGrpSpPr>
        <p:grpSpPr bwMode="auto">
          <a:xfrm>
            <a:off x="685800" y="2514600"/>
            <a:ext cx="2698750" cy="1316038"/>
            <a:chOff x="432" y="1584"/>
            <a:chExt cx="1700" cy="829"/>
          </a:xfrm>
        </p:grpSpPr>
        <p:grpSp>
          <p:nvGrpSpPr>
            <p:cNvPr id="48159" name="Group 6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8163" name="Picture 7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64" name="Text Box 8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5" name="Text Box 9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6" name="Text Box 10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60" name="Text Box 12"/>
            <p:cNvSpPr txBox="1">
              <a:spLocks noChangeArrowheads="1"/>
            </p:cNvSpPr>
            <p:nvPr/>
          </p:nvSpPr>
          <p:spPr bwMode="auto">
            <a:xfrm>
              <a:off x="1500" y="2199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61" name="Freeform 70" descr="Diagonal para cima clara"/>
            <p:cNvSpPr>
              <a:spLocks/>
            </p:cNvSpPr>
            <p:nvPr/>
          </p:nvSpPr>
          <p:spPr bwMode="auto">
            <a:xfrm>
              <a:off x="1420" y="1735"/>
              <a:ext cx="164" cy="495"/>
            </a:xfrm>
            <a:custGeom>
              <a:avLst/>
              <a:gdLst>
                <a:gd name="T0" fmla="*/ 0 w 8498"/>
                <a:gd name="T1" fmla="*/ 0 h 9110"/>
                <a:gd name="T2" fmla="*/ 0 w 8498"/>
                <a:gd name="T3" fmla="*/ 0 h 9110"/>
                <a:gd name="T4" fmla="*/ 0 w 8498"/>
                <a:gd name="T5" fmla="*/ 0 h 9110"/>
                <a:gd name="T6" fmla="*/ 0 w 8498"/>
                <a:gd name="T7" fmla="*/ 0 h 9110"/>
                <a:gd name="T8" fmla="*/ 0 w 8498"/>
                <a:gd name="T9" fmla="*/ 0 h 9110"/>
                <a:gd name="T10" fmla="*/ 0 w 8498"/>
                <a:gd name="T11" fmla="*/ 0 h 9110"/>
                <a:gd name="T12" fmla="*/ 0 w 8498"/>
                <a:gd name="T13" fmla="*/ 0 h 9110"/>
                <a:gd name="T14" fmla="*/ 0 w 8498"/>
                <a:gd name="T15" fmla="*/ 0 h 9110"/>
                <a:gd name="T16" fmla="*/ 0 w 8498"/>
                <a:gd name="T17" fmla="*/ 0 h 9110"/>
                <a:gd name="T18" fmla="*/ 0 w 8498"/>
                <a:gd name="T19" fmla="*/ 0 h 9110"/>
                <a:gd name="T20" fmla="*/ 0 w 8498"/>
                <a:gd name="T21" fmla="*/ 0 h 911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8498" h="9110">
                  <a:moveTo>
                    <a:pt x="35" y="9110"/>
                  </a:moveTo>
                  <a:cubicBezTo>
                    <a:pt x="23" y="6073"/>
                    <a:pt x="12" y="3037"/>
                    <a:pt x="0" y="0"/>
                  </a:cubicBezTo>
                  <a:lnTo>
                    <a:pt x="1296" y="782"/>
                  </a:lnTo>
                  <a:lnTo>
                    <a:pt x="2539" y="1655"/>
                  </a:lnTo>
                  <a:lnTo>
                    <a:pt x="3730" y="2382"/>
                  </a:lnTo>
                  <a:lnTo>
                    <a:pt x="4975" y="3201"/>
                  </a:lnTo>
                  <a:lnTo>
                    <a:pt x="6219" y="3964"/>
                  </a:lnTo>
                  <a:lnTo>
                    <a:pt x="7255" y="4746"/>
                  </a:lnTo>
                  <a:lnTo>
                    <a:pt x="8498" y="5382"/>
                  </a:lnTo>
                  <a:lnTo>
                    <a:pt x="8498" y="9110"/>
                  </a:lnTo>
                  <a:lnTo>
                    <a:pt x="35" y="911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62" name="Text Box 71"/>
            <p:cNvSpPr txBox="1">
              <a:spLocks noChangeArrowheads="1"/>
            </p:cNvSpPr>
            <p:nvPr/>
          </p:nvSpPr>
          <p:spPr bwMode="auto">
            <a:xfrm>
              <a:off x="1347" y="2196"/>
              <a:ext cx="173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C7DD02-2C5F-46D4-945A-5A7C0C2E4435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352800" y="2514602"/>
            <a:chExt cx="2698750" cy="1316039"/>
          </a:xfrm>
        </p:grpSpPr>
        <p:grpSp>
          <p:nvGrpSpPr>
            <p:cNvPr id="48152" name="Group 45"/>
            <p:cNvGrpSpPr>
              <a:grpSpLocks/>
            </p:cNvGrpSpPr>
            <p:nvPr/>
          </p:nvGrpSpPr>
          <p:grpSpPr bwMode="auto">
            <a:xfrm>
              <a:off x="3352800" y="2514602"/>
              <a:ext cx="2698750" cy="1316039"/>
              <a:chOff x="3561" y="941"/>
              <a:chExt cx="1700" cy="829"/>
            </a:xfrm>
          </p:grpSpPr>
          <p:pic>
            <p:nvPicPr>
              <p:cNvPr id="48155" name="Picture 46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56" name="Text Box 47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7" name="Text Box 48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8" name="Text Box 49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53" name="Freeform 70" descr="Diagonal para cima clara"/>
            <p:cNvSpPr>
              <a:spLocks/>
            </p:cNvSpPr>
            <p:nvPr/>
          </p:nvSpPr>
          <p:spPr bwMode="auto">
            <a:xfrm>
              <a:off x="4920499" y="2753734"/>
              <a:ext cx="871938" cy="793357"/>
            </a:xfrm>
            <a:custGeom>
              <a:avLst/>
              <a:gdLst>
                <a:gd name="T0" fmla="*/ 2147483647 w 33491"/>
                <a:gd name="T1" fmla="*/ 2147483647 h 10096"/>
                <a:gd name="T2" fmla="*/ 0 w 33491"/>
                <a:gd name="T3" fmla="*/ 0 h 10096"/>
                <a:gd name="T4" fmla="*/ 2147483647 w 33491"/>
                <a:gd name="T5" fmla="*/ 2147483647 h 10096"/>
                <a:gd name="T6" fmla="*/ 2147483647 w 33491"/>
                <a:gd name="T7" fmla="*/ 2147483647 h 10096"/>
                <a:gd name="T8" fmla="*/ 2147483647 w 33491"/>
                <a:gd name="T9" fmla="*/ 2147483647 h 10096"/>
                <a:gd name="T10" fmla="*/ 2147483647 w 33491"/>
                <a:gd name="T11" fmla="*/ 2147483647 h 10096"/>
                <a:gd name="T12" fmla="*/ 2147483647 w 33491"/>
                <a:gd name="T13" fmla="*/ 2147483647 h 10096"/>
                <a:gd name="T14" fmla="*/ 2147483647 w 33491"/>
                <a:gd name="T15" fmla="*/ 2147483647 h 10096"/>
                <a:gd name="T16" fmla="*/ 2147483647 w 33491"/>
                <a:gd name="T17" fmla="*/ 2147483647 h 10096"/>
                <a:gd name="T18" fmla="*/ 2147483647 w 33491"/>
                <a:gd name="T19" fmla="*/ 2147483647 h 10096"/>
                <a:gd name="T20" fmla="*/ 2147483647 w 33491"/>
                <a:gd name="T21" fmla="*/ 2147483647 h 10096"/>
                <a:gd name="T22" fmla="*/ 2147483647 w 33491"/>
                <a:gd name="T23" fmla="*/ 2147483647 h 10096"/>
                <a:gd name="T24" fmla="*/ 2147483647 w 33491"/>
                <a:gd name="T25" fmla="*/ 2147483647 h 10096"/>
                <a:gd name="T26" fmla="*/ 2147483647 w 33491"/>
                <a:gd name="T27" fmla="*/ 2147483647 h 10096"/>
                <a:gd name="T28" fmla="*/ 2147483647 w 33491"/>
                <a:gd name="T29" fmla="*/ 2147483647 h 10096"/>
                <a:gd name="T30" fmla="*/ 2147483647 w 33491"/>
                <a:gd name="T31" fmla="*/ 2147483647 h 1009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0" t="0" r="r" b="b"/>
              <a:pathLst>
                <a:path w="33491" h="10096">
                  <a:moveTo>
                    <a:pt x="41" y="10000"/>
                  </a:moveTo>
                  <a:cubicBezTo>
                    <a:pt x="27" y="6666"/>
                    <a:pt x="14" y="3334"/>
                    <a:pt x="0" y="0"/>
                  </a:cubicBezTo>
                  <a:lnTo>
                    <a:pt x="1525" y="858"/>
                  </a:lnTo>
                  <a:lnTo>
                    <a:pt x="2988" y="1817"/>
                  </a:lnTo>
                  <a:lnTo>
                    <a:pt x="4389" y="2615"/>
                  </a:lnTo>
                  <a:lnTo>
                    <a:pt x="5854" y="3514"/>
                  </a:lnTo>
                  <a:lnTo>
                    <a:pt x="7318" y="4351"/>
                  </a:lnTo>
                  <a:lnTo>
                    <a:pt x="8537" y="5210"/>
                  </a:lnTo>
                  <a:lnTo>
                    <a:pt x="10000" y="5908"/>
                  </a:lnTo>
                  <a:lnTo>
                    <a:pt x="12583" y="7200"/>
                  </a:lnTo>
                  <a:lnTo>
                    <a:pt x="14499" y="7906"/>
                  </a:lnTo>
                  <a:lnTo>
                    <a:pt x="17266" y="8681"/>
                  </a:lnTo>
                  <a:lnTo>
                    <a:pt x="19820" y="9246"/>
                  </a:lnTo>
                  <a:lnTo>
                    <a:pt x="23439" y="9669"/>
                  </a:lnTo>
                  <a:lnTo>
                    <a:pt x="33491" y="10096"/>
                  </a:lnTo>
                  <a:lnTo>
                    <a:pt x="41" y="1000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54" name="Text Box 71"/>
            <p:cNvSpPr txBox="1">
              <a:spLocks noChangeArrowheads="1"/>
            </p:cNvSpPr>
            <p:nvPr/>
          </p:nvSpPr>
          <p:spPr bwMode="auto">
            <a:xfrm>
              <a:off x="4804612" y="3485571"/>
              <a:ext cx="274638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4989513" y="2525713"/>
            <a:ext cx="977900" cy="457200"/>
            <a:chOff x="4944" y="912"/>
            <a:chExt cx="616" cy="288"/>
          </a:xfrm>
        </p:grpSpPr>
        <p:sp>
          <p:nvSpPr>
            <p:cNvPr id="48150" name="Text Box 24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0,1587</a:t>
              </a:r>
            </a:p>
          </p:txBody>
        </p:sp>
        <p:sp>
          <p:nvSpPr>
            <p:cNvPr id="48151" name="Line 25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19800" y="2514600"/>
            <a:ext cx="2698750" cy="1316038"/>
            <a:chOff x="6019800" y="2514602"/>
            <a:chExt cx="2698750" cy="1316039"/>
          </a:xfrm>
        </p:grpSpPr>
        <p:grpSp>
          <p:nvGrpSpPr>
            <p:cNvPr id="48143" name="Group 52"/>
            <p:cNvGrpSpPr>
              <a:grpSpLocks/>
            </p:cNvGrpSpPr>
            <p:nvPr/>
          </p:nvGrpSpPr>
          <p:grpSpPr bwMode="auto">
            <a:xfrm>
              <a:off x="6019800" y="2514602"/>
              <a:ext cx="2698750" cy="1316039"/>
              <a:chOff x="3561" y="941"/>
              <a:chExt cx="1700" cy="829"/>
            </a:xfrm>
          </p:grpSpPr>
          <p:pic>
            <p:nvPicPr>
              <p:cNvPr id="48146" name="Picture 53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47" name="Text Box 54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8" name="Text Box 55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9" name="Text Box 56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44" name="Text Box 12"/>
            <p:cNvSpPr txBox="1">
              <a:spLocks noChangeArrowheads="1"/>
            </p:cNvSpPr>
            <p:nvPr/>
          </p:nvSpPr>
          <p:spPr bwMode="auto">
            <a:xfrm>
              <a:off x="7722120" y="3495675"/>
              <a:ext cx="2730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45" name="Forma livre 4"/>
            <p:cNvSpPr>
              <a:spLocks/>
            </p:cNvSpPr>
            <p:nvPr/>
          </p:nvSpPr>
          <p:spPr bwMode="auto">
            <a:xfrm>
              <a:off x="7854043" y="3216729"/>
              <a:ext cx="600891" cy="326571"/>
            </a:xfrm>
            <a:custGeom>
              <a:avLst/>
              <a:gdLst>
                <a:gd name="T0" fmla="*/ 0 w 600891"/>
                <a:gd name="T1" fmla="*/ 326571 h 326571"/>
                <a:gd name="T2" fmla="*/ 0 w 600891"/>
                <a:gd name="T3" fmla="*/ 0 h 326571"/>
                <a:gd name="T4" fmla="*/ 52251 w 600891"/>
                <a:gd name="T5" fmla="*/ 78377 h 326571"/>
                <a:gd name="T6" fmla="*/ 101237 w 600891"/>
                <a:gd name="T7" fmla="*/ 140425 h 326571"/>
                <a:gd name="T8" fmla="*/ 140426 w 600891"/>
                <a:gd name="T9" fmla="*/ 179614 h 326571"/>
                <a:gd name="T10" fmla="*/ 205740 w 600891"/>
                <a:gd name="T11" fmla="*/ 235131 h 326571"/>
                <a:gd name="T12" fmla="*/ 264523 w 600891"/>
                <a:gd name="T13" fmla="*/ 261257 h 326571"/>
                <a:gd name="T14" fmla="*/ 333103 w 600891"/>
                <a:gd name="T15" fmla="*/ 287382 h 326571"/>
                <a:gd name="T16" fmla="*/ 408214 w 600891"/>
                <a:gd name="T17" fmla="*/ 310242 h 326571"/>
                <a:gd name="T18" fmla="*/ 476794 w 600891"/>
                <a:gd name="T19" fmla="*/ 316774 h 326571"/>
                <a:gd name="T20" fmla="*/ 600891 w 600891"/>
                <a:gd name="T21" fmla="*/ 323305 h 326571"/>
                <a:gd name="T22" fmla="*/ 587828 w 600891"/>
                <a:gd name="T23" fmla="*/ 323305 h 326571"/>
                <a:gd name="T24" fmla="*/ 0 w 600891"/>
                <a:gd name="T25" fmla="*/ 326571 h 326571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600891" h="326571">
                  <a:moveTo>
                    <a:pt x="0" y="326571"/>
                  </a:moveTo>
                  <a:lnTo>
                    <a:pt x="0" y="0"/>
                  </a:lnTo>
                  <a:lnTo>
                    <a:pt x="52251" y="78377"/>
                  </a:lnTo>
                  <a:lnTo>
                    <a:pt x="101237" y="140425"/>
                  </a:lnTo>
                  <a:lnTo>
                    <a:pt x="140426" y="179614"/>
                  </a:lnTo>
                  <a:lnTo>
                    <a:pt x="205740" y="235131"/>
                  </a:lnTo>
                  <a:lnTo>
                    <a:pt x="264523" y="261257"/>
                  </a:lnTo>
                  <a:lnTo>
                    <a:pt x="333103" y="287382"/>
                  </a:lnTo>
                  <a:lnTo>
                    <a:pt x="408214" y="310242"/>
                  </a:lnTo>
                  <a:lnTo>
                    <a:pt x="476794" y="316774"/>
                  </a:lnTo>
                  <a:lnTo>
                    <a:pt x="600891" y="323305"/>
                  </a:lnTo>
                  <a:lnTo>
                    <a:pt x="587828" y="323305"/>
                  </a:lnTo>
                  <a:lnTo>
                    <a:pt x="0" y="326571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42"/>
          <p:cNvGrpSpPr>
            <a:grpSpLocks/>
          </p:cNvGrpSpPr>
          <p:nvPr/>
        </p:nvGrpSpPr>
        <p:grpSpPr bwMode="auto">
          <a:xfrm>
            <a:off x="7954963" y="2970213"/>
            <a:ext cx="977900" cy="457200"/>
            <a:chOff x="4944" y="912"/>
            <a:chExt cx="616" cy="288"/>
          </a:xfrm>
        </p:grpSpPr>
        <p:sp>
          <p:nvSpPr>
            <p:cNvPr id="48141" name="Text Box 43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0,0228</a:t>
              </a:r>
            </a:p>
          </p:txBody>
        </p:sp>
        <p:sp>
          <p:nvSpPr>
            <p:cNvPr id="48142" name="Line 44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50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86" grpId="0"/>
      <p:bldP spid="50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14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(Exemplos)</a:t>
            </a:r>
          </a:p>
        </p:txBody>
      </p:sp>
      <p:graphicFrame>
        <p:nvGraphicFramePr>
          <p:cNvPr id="49155" name="Object 27"/>
          <p:cNvGraphicFramePr>
            <a:graphicFrameLocks noChangeAspect="1"/>
          </p:cNvGraphicFramePr>
          <p:nvPr/>
        </p:nvGraphicFramePr>
        <p:xfrm>
          <a:off x="762000" y="1676400"/>
          <a:ext cx="1196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37836" imgH="203112" progId="Equation.DSMT4">
                  <p:embed/>
                </p:oleObj>
              </mc:Choice>
              <mc:Fallback>
                <p:oleObj name="Equation" r:id="rId2" imgW="837836" imgH="203112" progId="Equation.DSMT4">
                  <p:embed/>
                  <p:pic>
                    <p:nvPicPr>
                      <p:cNvPr id="491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676400"/>
                        <a:ext cx="1196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5" name="Object 37"/>
          <p:cNvGraphicFramePr>
            <a:graphicFrameLocks noChangeAspect="1"/>
          </p:cNvGraphicFramePr>
          <p:nvPr/>
        </p:nvGraphicFramePr>
        <p:xfrm>
          <a:off x="762000" y="2300288"/>
          <a:ext cx="15954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115" imgH="203112" progId="Equation.DSMT4">
                  <p:embed/>
                </p:oleObj>
              </mc:Choice>
              <mc:Fallback>
                <p:oleObj name="Equation" r:id="rId4" imgW="1117115" imgH="203112" progId="Equation.DSMT4">
                  <p:embed/>
                  <p:pic>
                    <p:nvPicPr>
                      <p:cNvPr id="11472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300288"/>
                        <a:ext cx="15954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6" name="Object 38"/>
          <p:cNvGraphicFramePr>
            <a:graphicFrameLocks noChangeAspect="1"/>
          </p:cNvGraphicFramePr>
          <p:nvPr/>
        </p:nvGraphicFramePr>
        <p:xfrm>
          <a:off x="762000" y="2924175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10891" imgH="393529" progId="Equation.DSMT4">
                  <p:embed/>
                </p:oleObj>
              </mc:Choice>
              <mc:Fallback>
                <p:oleObj name="Equation" r:id="rId6" imgW="710891" imgH="393529" progId="Equation.DSMT4">
                  <p:embed/>
                  <p:pic>
                    <p:nvPicPr>
                      <p:cNvPr id="11472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924175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7" name="Object 39"/>
          <p:cNvGraphicFramePr>
            <a:graphicFrameLocks noChangeAspect="1"/>
          </p:cNvGraphicFramePr>
          <p:nvPr/>
        </p:nvGraphicFramePr>
        <p:xfrm>
          <a:off x="1781175" y="3070225"/>
          <a:ext cx="835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83947" imgH="203112" progId="Equation.DSMT4">
                  <p:embed/>
                </p:oleObj>
              </mc:Choice>
              <mc:Fallback>
                <p:oleObj name="Equation" r:id="rId8" imgW="583947" imgH="203112" progId="Equation.DSMT4">
                  <p:embed/>
                  <p:pic>
                    <p:nvPicPr>
                      <p:cNvPr id="11472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1175" y="3070225"/>
                        <a:ext cx="835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8" name="Object 40"/>
          <p:cNvGraphicFramePr>
            <a:graphicFrameLocks noChangeAspect="1"/>
          </p:cNvGraphicFramePr>
          <p:nvPr/>
        </p:nvGraphicFramePr>
        <p:xfrm>
          <a:off x="762000" y="3822700"/>
          <a:ext cx="27765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43100" imgH="203200" progId="Equation.DSMT4">
                  <p:embed/>
                </p:oleObj>
              </mc:Choice>
              <mc:Fallback>
                <p:oleObj name="Equation" r:id="rId10" imgW="1943100" imgH="203200" progId="Equation.DSMT4">
                  <p:embed/>
                  <p:pic>
                    <p:nvPicPr>
                      <p:cNvPr id="11472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3822700"/>
                        <a:ext cx="27765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9" name="Object 41"/>
          <p:cNvGraphicFramePr>
            <a:graphicFrameLocks noChangeAspect="1"/>
          </p:cNvGraphicFramePr>
          <p:nvPr/>
        </p:nvGraphicFramePr>
        <p:xfrm>
          <a:off x="762000" y="4446588"/>
          <a:ext cx="2884488" cy="566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19300" imgH="393700" progId="Equation.DSMT4">
                  <p:embed/>
                </p:oleObj>
              </mc:Choice>
              <mc:Fallback>
                <p:oleObj name="Equation" r:id="rId12" imgW="2019300" imgH="393700" progId="Equation.DSMT4">
                  <p:embed/>
                  <p:pic>
                    <p:nvPicPr>
                      <p:cNvPr id="11472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4446588"/>
                        <a:ext cx="2884488" cy="566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30" name="Object 42"/>
          <p:cNvGraphicFramePr>
            <a:graphicFrameLocks noChangeAspect="1"/>
          </p:cNvGraphicFramePr>
          <p:nvPr/>
        </p:nvGraphicFramePr>
        <p:xfrm>
          <a:off x="762000" y="5345113"/>
          <a:ext cx="1760538" cy="293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31366" imgH="203112" progId="Equation.DSMT4">
                  <p:embed/>
                </p:oleObj>
              </mc:Choice>
              <mc:Fallback>
                <p:oleObj name="Equation" r:id="rId14" imgW="1231366" imgH="203112" progId="Equation.DSMT4">
                  <p:embed/>
                  <p:pic>
                    <p:nvPicPr>
                      <p:cNvPr id="11473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5345113"/>
                        <a:ext cx="1760538" cy="293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5"/>
          <p:cNvGrpSpPr>
            <a:grpSpLocks/>
          </p:cNvGrpSpPr>
          <p:nvPr/>
        </p:nvGrpSpPr>
        <p:grpSpPr bwMode="auto">
          <a:xfrm>
            <a:off x="1743075" y="4343400"/>
            <a:ext cx="814388" cy="914400"/>
            <a:chOff x="1104" y="2544"/>
            <a:chExt cx="513" cy="576"/>
          </a:xfrm>
        </p:grpSpPr>
        <p:sp>
          <p:nvSpPr>
            <p:cNvPr id="49194" name="Oval 43"/>
            <p:cNvSpPr>
              <a:spLocks noChangeArrowheads="1"/>
            </p:cNvSpPr>
            <p:nvPr/>
          </p:nvSpPr>
          <p:spPr bwMode="auto">
            <a:xfrm>
              <a:off x="1104" y="2544"/>
              <a:ext cx="432" cy="432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195" name="Text Box 44"/>
            <p:cNvSpPr txBox="1">
              <a:spLocks noChangeArrowheads="1"/>
            </p:cNvSpPr>
            <p:nvPr/>
          </p:nvSpPr>
          <p:spPr bwMode="auto">
            <a:xfrm>
              <a:off x="1430" y="2908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3" name="Group 89"/>
          <p:cNvGrpSpPr>
            <a:grpSpLocks/>
          </p:cNvGrpSpPr>
          <p:nvPr/>
        </p:nvGrpSpPr>
        <p:grpSpPr bwMode="auto">
          <a:xfrm>
            <a:off x="5465763" y="4648200"/>
            <a:ext cx="2698750" cy="1301750"/>
            <a:chOff x="3360" y="2871"/>
            <a:chExt cx="1700" cy="820"/>
          </a:xfrm>
        </p:grpSpPr>
        <p:grpSp>
          <p:nvGrpSpPr>
            <p:cNvPr id="49183" name="Group 57"/>
            <p:cNvGrpSpPr>
              <a:grpSpLocks/>
            </p:cNvGrpSpPr>
            <p:nvPr/>
          </p:nvGrpSpPr>
          <p:grpSpPr bwMode="auto">
            <a:xfrm>
              <a:off x="3360" y="2880"/>
              <a:ext cx="1700" cy="811"/>
              <a:chOff x="3561" y="941"/>
              <a:chExt cx="1700" cy="811"/>
            </a:xfrm>
          </p:grpSpPr>
          <p:pic>
            <p:nvPicPr>
              <p:cNvPr id="49190" name="Picture 58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9191" name="Text Box 59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2" name="Text Box 60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3" name="Text Box 61"/>
              <p:cNvSpPr txBox="1">
                <a:spLocks noChangeArrowheads="1"/>
              </p:cNvSpPr>
              <p:nvPr/>
            </p:nvSpPr>
            <p:spPr bwMode="auto">
              <a:xfrm>
                <a:off x="4327" y="1540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9184" name="Text Box 62"/>
            <p:cNvSpPr txBox="1">
              <a:spLocks noChangeArrowheads="1"/>
            </p:cNvSpPr>
            <p:nvPr/>
          </p:nvSpPr>
          <p:spPr bwMode="auto">
            <a:xfrm>
              <a:off x="4272" y="3495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0,5</a:t>
              </a:r>
            </a:p>
          </p:txBody>
        </p:sp>
        <p:grpSp>
          <p:nvGrpSpPr>
            <p:cNvPr id="49185" name="Group 66"/>
            <p:cNvGrpSpPr>
              <a:grpSpLocks/>
            </p:cNvGrpSpPr>
            <p:nvPr/>
          </p:nvGrpSpPr>
          <p:grpSpPr bwMode="auto">
            <a:xfrm flipH="1">
              <a:off x="3924" y="2898"/>
              <a:ext cx="473" cy="623"/>
              <a:chOff x="4039" y="2898"/>
              <a:chExt cx="473" cy="623"/>
            </a:xfrm>
          </p:grpSpPr>
          <p:sp>
            <p:nvSpPr>
              <p:cNvPr id="49188" name="Freeform 63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9" name="Freeform 64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86" name="Text Box 65"/>
            <p:cNvSpPr txBox="1">
              <a:spLocks noChangeArrowheads="1"/>
            </p:cNvSpPr>
            <p:nvPr/>
          </p:nvSpPr>
          <p:spPr bwMode="auto">
            <a:xfrm>
              <a:off x="3816" y="3492"/>
              <a:ext cx="20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-1</a:t>
              </a:r>
            </a:p>
          </p:txBody>
        </p:sp>
        <p:sp>
          <p:nvSpPr>
            <p:cNvPr id="49187" name="Text Box 77"/>
            <p:cNvSpPr txBox="1">
              <a:spLocks noChangeArrowheads="1"/>
            </p:cNvSpPr>
            <p:nvPr/>
          </p:nvSpPr>
          <p:spPr bwMode="auto">
            <a:xfrm>
              <a:off x="4550" y="2871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6" name="Group 90"/>
          <p:cNvGrpSpPr>
            <a:grpSpLocks/>
          </p:cNvGrpSpPr>
          <p:nvPr/>
        </p:nvGrpSpPr>
        <p:grpSpPr bwMode="auto">
          <a:xfrm>
            <a:off x="5181600" y="1676400"/>
            <a:ext cx="3267075" cy="1138238"/>
            <a:chOff x="2918" y="1372"/>
            <a:chExt cx="2058" cy="717"/>
          </a:xfrm>
        </p:grpSpPr>
        <p:pic>
          <p:nvPicPr>
            <p:cNvPr id="49173" name="Picture 79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2976" y="1488"/>
              <a:ext cx="1934" cy="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174" name="Text Box 80"/>
            <p:cNvSpPr txBox="1">
              <a:spLocks noChangeArrowheads="1"/>
            </p:cNvSpPr>
            <p:nvPr/>
          </p:nvSpPr>
          <p:spPr bwMode="auto">
            <a:xfrm>
              <a:off x="2918" y="1877"/>
              <a:ext cx="2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5" name="Text Box 81"/>
            <p:cNvSpPr txBox="1">
              <a:spLocks noChangeArrowheads="1"/>
            </p:cNvSpPr>
            <p:nvPr/>
          </p:nvSpPr>
          <p:spPr bwMode="auto">
            <a:xfrm>
              <a:off x="4697" y="1877"/>
              <a:ext cx="27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6" name="Text Box 82"/>
            <p:cNvSpPr txBox="1">
              <a:spLocks noChangeArrowheads="1"/>
            </p:cNvSpPr>
            <p:nvPr/>
          </p:nvSpPr>
          <p:spPr bwMode="auto">
            <a:xfrm>
              <a:off x="3838" y="1877"/>
              <a:ext cx="24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10</a:t>
              </a:r>
            </a:p>
          </p:txBody>
        </p:sp>
        <p:sp>
          <p:nvSpPr>
            <p:cNvPr id="49177" name="Text Box 83"/>
            <p:cNvSpPr txBox="1">
              <a:spLocks noChangeArrowheads="1"/>
            </p:cNvSpPr>
            <p:nvPr/>
          </p:nvSpPr>
          <p:spPr bwMode="auto">
            <a:xfrm>
              <a:off x="4064" y="1893"/>
              <a:ext cx="22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11</a:t>
              </a:r>
            </a:p>
          </p:txBody>
        </p:sp>
        <p:grpSp>
          <p:nvGrpSpPr>
            <p:cNvPr id="49178" name="Group 84"/>
            <p:cNvGrpSpPr>
              <a:grpSpLocks/>
            </p:cNvGrpSpPr>
            <p:nvPr/>
          </p:nvGrpSpPr>
          <p:grpSpPr bwMode="auto">
            <a:xfrm flipH="1">
              <a:off x="3606" y="1494"/>
              <a:ext cx="569" cy="431"/>
              <a:chOff x="4039" y="2898"/>
              <a:chExt cx="473" cy="623"/>
            </a:xfrm>
          </p:grpSpPr>
          <p:sp>
            <p:nvSpPr>
              <p:cNvPr id="49181" name="Freeform 85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2" name="Freeform 86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79" name="Text Box 87"/>
            <p:cNvSpPr txBox="1">
              <a:spLocks noChangeArrowheads="1"/>
            </p:cNvSpPr>
            <p:nvPr/>
          </p:nvSpPr>
          <p:spPr bwMode="auto">
            <a:xfrm>
              <a:off x="3516" y="1890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8</a:t>
              </a:r>
            </a:p>
          </p:txBody>
        </p:sp>
        <p:sp>
          <p:nvSpPr>
            <p:cNvPr id="49180" name="Text Box 88"/>
            <p:cNvSpPr txBox="1">
              <a:spLocks noChangeArrowheads="1"/>
            </p:cNvSpPr>
            <p:nvPr/>
          </p:nvSpPr>
          <p:spPr bwMode="auto">
            <a:xfrm>
              <a:off x="4320" y="1372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sp>
        <p:nvSpPr>
          <p:cNvPr id="114779" name="AutoShape 91"/>
          <p:cNvSpPr>
            <a:spLocks noChangeArrowheads="1"/>
          </p:cNvSpPr>
          <p:nvPr/>
        </p:nvSpPr>
        <p:spPr bwMode="auto">
          <a:xfrm>
            <a:off x="6648450" y="3276600"/>
            <a:ext cx="381000" cy="1066800"/>
          </a:xfrm>
          <a:prstGeom prst="upDownArrow">
            <a:avLst>
              <a:gd name="adj1" fmla="val 50000"/>
              <a:gd name="adj2" fmla="val 56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95"/>
          <p:cNvGrpSpPr>
            <a:grpSpLocks/>
          </p:cNvGrpSpPr>
          <p:nvPr/>
        </p:nvGrpSpPr>
        <p:grpSpPr bwMode="auto">
          <a:xfrm>
            <a:off x="5651500" y="4627563"/>
            <a:ext cx="949325" cy="457200"/>
            <a:chOff x="3923" y="2750"/>
            <a:chExt cx="598" cy="288"/>
          </a:xfrm>
        </p:grpSpPr>
        <p:sp>
          <p:nvSpPr>
            <p:cNvPr id="49171" name="Text Box 93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2" name="Line 94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96"/>
          <p:cNvGrpSpPr>
            <a:grpSpLocks/>
          </p:cNvGrpSpPr>
          <p:nvPr/>
        </p:nvGrpSpPr>
        <p:grpSpPr bwMode="auto">
          <a:xfrm>
            <a:off x="5637213" y="1685925"/>
            <a:ext cx="949325" cy="457200"/>
            <a:chOff x="3923" y="2750"/>
            <a:chExt cx="598" cy="288"/>
          </a:xfrm>
        </p:grpSpPr>
        <p:sp>
          <p:nvSpPr>
            <p:cNvPr id="49169" name="Text Box 97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0" name="Line 98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97772C-0BDB-44F0-BFB6-8875EB0B1E0E}" type="slidenum">
              <a:rPr lang="pt-BR"/>
              <a:pPr>
                <a:defRPr/>
              </a:pPr>
              <a:t>57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77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838200" y="4714875"/>
            <a:ext cx="996950" cy="744538"/>
            <a:chOff x="528" y="2970"/>
            <a:chExt cx="628" cy="469"/>
          </a:xfrm>
        </p:grpSpPr>
        <p:graphicFrame>
          <p:nvGraphicFramePr>
            <p:cNvPr id="26640" name="Object 42"/>
            <p:cNvGraphicFramePr>
              <a:graphicFrameLocks noChangeAspect="1"/>
            </p:cNvGraphicFramePr>
            <p:nvPr/>
          </p:nvGraphicFramePr>
          <p:xfrm>
            <a:off x="528" y="2970"/>
            <a:ext cx="52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83947" imgH="203112" progId="Equation.DSMT4">
                    <p:embed/>
                  </p:oleObj>
                </mc:Choice>
                <mc:Fallback>
                  <p:oleObj name="Equation" r:id="rId2" imgW="583947" imgH="203112" progId="Equation.DSMT4">
                    <p:embed/>
                    <p:pic>
                      <p:nvPicPr>
                        <p:cNvPr id="26640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2970"/>
                          <a:ext cx="52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641" name="Object 45"/>
            <p:cNvGraphicFramePr>
              <a:graphicFrameLocks noChangeAspect="1"/>
            </p:cNvGraphicFramePr>
            <p:nvPr/>
          </p:nvGraphicFramePr>
          <p:xfrm>
            <a:off x="528" y="3255"/>
            <a:ext cx="628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98197" imgH="203112" progId="Equation.DSMT4">
                    <p:embed/>
                  </p:oleObj>
                </mc:Choice>
                <mc:Fallback>
                  <p:oleObj name="Equation" r:id="rId4" imgW="698197" imgH="203112" progId="Equation.DSMT4">
                    <p:embed/>
                    <p:pic>
                      <p:nvPicPr>
                        <p:cNvPr id="2664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3255"/>
                          <a:ext cx="628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6628" name="Object 38"/>
          <p:cNvGraphicFramePr>
            <a:graphicFrameLocks noChangeAspect="1"/>
          </p:cNvGraphicFramePr>
          <p:nvPr/>
        </p:nvGraphicFramePr>
        <p:xfrm>
          <a:off x="785813" y="1541463"/>
          <a:ext cx="1576387" cy="1735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1206500" progId="Equation.DSMT4">
                  <p:embed/>
                </p:oleObj>
              </mc:Choice>
              <mc:Fallback>
                <p:oleObj name="Equation" r:id="rId6" imgW="1104900" imgH="1206500" progId="Equation.DSMT4">
                  <p:embed/>
                  <p:pic>
                    <p:nvPicPr>
                      <p:cNvPr id="2662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5813" y="1541463"/>
                        <a:ext cx="1576387" cy="1735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76" name="Text Box 40"/>
          <p:cNvSpPr txBox="1">
            <a:spLocks noChangeArrowheads="1"/>
          </p:cNvSpPr>
          <p:nvPr/>
        </p:nvSpPr>
        <p:spPr bwMode="auto">
          <a:xfrm>
            <a:off x="714375" y="3581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6777" name="Object 41"/>
          <p:cNvGraphicFramePr>
            <a:graphicFrameLocks noChangeAspect="1"/>
          </p:cNvGraphicFramePr>
          <p:nvPr/>
        </p:nvGraphicFramePr>
        <p:xfrm>
          <a:off x="828675" y="4238625"/>
          <a:ext cx="10318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23586" imgH="203112" progId="Equation.DSMT4">
                  <p:embed/>
                </p:oleObj>
              </mc:Choice>
              <mc:Fallback>
                <p:oleObj name="Equation" r:id="rId8" imgW="723586" imgH="203112" progId="Equation.DSMT4">
                  <p:embed/>
                  <p:pic>
                    <p:nvPicPr>
                      <p:cNvPr id="11677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4238625"/>
                        <a:ext cx="10318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79" name="Object 43"/>
          <p:cNvGraphicFramePr>
            <a:graphicFrameLocks noChangeAspect="1"/>
          </p:cNvGraphicFramePr>
          <p:nvPr/>
        </p:nvGraphicFramePr>
        <p:xfrm>
          <a:off x="1485900" y="4697413"/>
          <a:ext cx="402272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819400" imgH="228600" progId="Equation.DSMT4">
                  <p:embed/>
                </p:oleObj>
              </mc:Choice>
              <mc:Fallback>
                <p:oleObj name="Equation" r:id="rId10" imgW="2819400" imgH="228600" progId="Equation.DSMT4">
                  <p:embed/>
                  <p:pic>
                    <p:nvPicPr>
                      <p:cNvPr id="116779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5900" y="4697413"/>
                        <a:ext cx="4022725" cy="3286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0" name="Object 44"/>
          <p:cNvGraphicFramePr>
            <a:graphicFrameLocks noChangeAspect="1"/>
          </p:cNvGraphicFramePr>
          <p:nvPr/>
        </p:nvGraphicFramePr>
        <p:xfrm>
          <a:off x="5467350" y="4695825"/>
          <a:ext cx="1087438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61669" imgH="228501" progId="Equation.DSMT4">
                  <p:embed/>
                </p:oleObj>
              </mc:Choice>
              <mc:Fallback>
                <p:oleObj name="Equation" r:id="rId12" imgW="761669" imgH="228501" progId="Equation.DSMT4">
                  <p:embed/>
                  <p:pic>
                    <p:nvPicPr>
                      <p:cNvPr id="11678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7350" y="4695825"/>
                        <a:ext cx="1087438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2" name="Object 46"/>
          <p:cNvGraphicFramePr>
            <a:graphicFrameLocks noChangeAspect="1"/>
          </p:cNvGraphicFramePr>
          <p:nvPr/>
        </p:nvGraphicFramePr>
        <p:xfrm>
          <a:off x="1676400" y="5138738"/>
          <a:ext cx="11779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25500" imgH="241300" progId="Equation.DSMT4">
                  <p:embed/>
                </p:oleObj>
              </mc:Choice>
              <mc:Fallback>
                <p:oleObj name="Equation" r:id="rId14" imgW="825500" imgH="241300" progId="Equation.DSMT4">
                  <p:embed/>
                  <p:pic>
                    <p:nvPicPr>
                      <p:cNvPr id="116782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00" y="5138738"/>
                        <a:ext cx="1177925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3" name="Object 47"/>
          <p:cNvGraphicFramePr>
            <a:graphicFrameLocks noChangeAspect="1"/>
          </p:cNvGraphicFramePr>
          <p:nvPr/>
        </p:nvGraphicFramePr>
        <p:xfrm>
          <a:off x="831850" y="4200525"/>
          <a:ext cx="300831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108200" imgH="241300" progId="Equation.DSMT4">
                  <p:embed/>
                </p:oleObj>
              </mc:Choice>
              <mc:Fallback>
                <p:oleObj name="Equation" r:id="rId16" imgW="2108200" imgH="241300" progId="Equation.DSMT4">
                  <p:embed/>
                  <p:pic>
                    <p:nvPicPr>
                      <p:cNvPr id="116783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1850" y="4200525"/>
                        <a:ext cx="3008313" cy="3476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84" name="Rectangle 48"/>
          <p:cNvSpPr>
            <a:spLocks noChangeArrowheads="1"/>
          </p:cNvSpPr>
          <p:nvPr/>
        </p:nvSpPr>
        <p:spPr bwMode="auto">
          <a:xfrm>
            <a:off x="685800" y="4038600"/>
            <a:ext cx="3276600" cy="6096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6636" name="Group 53"/>
          <p:cNvGrpSpPr>
            <a:grpSpLocks/>
          </p:cNvGrpSpPr>
          <p:nvPr/>
        </p:nvGrpSpPr>
        <p:grpSpPr bwMode="auto">
          <a:xfrm>
            <a:off x="2362200" y="1600200"/>
            <a:ext cx="4751388" cy="990600"/>
            <a:chOff x="1488" y="1008"/>
            <a:chExt cx="2993" cy="624"/>
          </a:xfrm>
        </p:grpSpPr>
        <p:sp>
          <p:nvSpPr>
            <p:cNvPr id="26638" name="AutoShape 51"/>
            <p:cNvSpPr>
              <a:spLocks/>
            </p:cNvSpPr>
            <p:nvPr/>
          </p:nvSpPr>
          <p:spPr bwMode="auto">
            <a:xfrm>
              <a:off x="1488" y="1008"/>
              <a:ext cx="96" cy="62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39" name="Text Box 52"/>
            <p:cNvSpPr txBox="1">
              <a:spLocks noChangeArrowheads="1"/>
            </p:cNvSpPr>
            <p:nvPr/>
          </p:nvSpPr>
          <p:spPr bwMode="auto">
            <a:xfrm>
              <a:off x="1616" y="1216"/>
              <a:ext cx="286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3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normal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77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76" grpId="0" autoUpdateAnimBg="0"/>
      <p:bldP spid="11678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7651" name="Object 6"/>
          <p:cNvGraphicFramePr>
            <a:graphicFrameLocks noChangeAspect="1"/>
          </p:cNvGraphicFramePr>
          <p:nvPr/>
        </p:nvGraphicFramePr>
        <p:xfrm>
          <a:off x="762000" y="1560513"/>
          <a:ext cx="2698750" cy="230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300" imgH="1600200" progId="Equation.DSMT4">
                  <p:embed/>
                </p:oleObj>
              </mc:Choice>
              <mc:Fallback>
                <p:oleObj name="Equation" r:id="rId2" imgW="1892300" imgH="1600200" progId="Equation.DSMT4">
                  <p:embed/>
                  <p:pic>
                    <p:nvPicPr>
                      <p:cNvPr id="2765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560513"/>
                        <a:ext cx="2698750" cy="230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1" name="Text Box 7"/>
          <p:cNvSpPr txBox="1">
            <a:spLocks noChangeArrowheads="1"/>
          </p:cNvSpPr>
          <p:nvPr/>
        </p:nvSpPr>
        <p:spPr bwMode="auto">
          <a:xfrm>
            <a:off x="714375" y="3962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8796" name="Object 12"/>
          <p:cNvGraphicFramePr>
            <a:graphicFrameLocks noChangeAspect="1"/>
          </p:cNvGraphicFramePr>
          <p:nvPr/>
        </p:nvGraphicFramePr>
        <p:xfrm>
          <a:off x="838200" y="4883150"/>
          <a:ext cx="1885950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20800" imgH="457200" progId="Equation.DSMT4">
                  <p:embed/>
                </p:oleObj>
              </mc:Choice>
              <mc:Fallback>
                <p:oleObj name="Equation" r:id="rId4" imgW="1320800" imgH="457200" progId="Equation.DSMT4">
                  <p:embed/>
                  <p:pic>
                    <p:nvPicPr>
                      <p:cNvPr id="11879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883150"/>
                        <a:ext cx="1885950" cy="658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7" name="Rectangle 13"/>
          <p:cNvSpPr>
            <a:spLocks noChangeArrowheads="1"/>
          </p:cNvSpPr>
          <p:nvPr/>
        </p:nvSpPr>
        <p:spPr bwMode="auto">
          <a:xfrm>
            <a:off x="685800" y="4800600"/>
            <a:ext cx="2209800" cy="8382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7655" name="Group 18"/>
          <p:cNvGrpSpPr>
            <a:grpSpLocks/>
          </p:cNvGrpSpPr>
          <p:nvPr/>
        </p:nvGrpSpPr>
        <p:grpSpPr bwMode="auto">
          <a:xfrm>
            <a:off x="2362200" y="1524000"/>
            <a:ext cx="5256213" cy="1371600"/>
            <a:chOff x="1488" y="960"/>
            <a:chExt cx="3311" cy="864"/>
          </a:xfrm>
        </p:grpSpPr>
        <p:sp>
          <p:nvSpPr>
            <p:cNvPr id="27661" name="AutoShape 15"/>
            <p:cNvSpPr>
              <a:spLocks/>
            </p:cNvSpPr>
            <p:nvPr/>
          </p:nvSpPr>
          <p:spPr bwMode="auto">
            <a:xfrm>
              <a:off x="1488" y="960"/>
              <a:ext cx="96" cy="864"/>
            </a:xfrm>
            <a:prstGeom prst="rightBrace">
              <a:avLst>
                <a:gd name="adj1" fmla="val 7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62" name="Text Box 16"/>
            <p:cNvSpPr txBox="1">
              <a:spLocks noChangeArrowheads="1"/>
            </p:cNvSpPr>
            <p:nvPr/>
          </p:nvSpPr>
          <p:spPr bwMode="auto">
            <a:xfrm>
              <a:off x="1616" y="1282"/>
              <a:ext cx="318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desconhecidas</a:t>
              </a:r>
            </a:p>
          </p:txBody>
        </p:sp>
      </p:grpSp>
      <p:sp>
        <p:nvSpPr>
          <p:cNvPr id="118801" name="Text Box 17"/>
          <p:cNvSpPr txBox="1">
            <a:spLocks noChangeArrowheads="1"/>
          </p:cNvSpPr>
          <p:nvPr/>
        </p:nvSpPr>
        <p:spPr bwMode="auto">
          <a:xfrm>
            <a:off x="3124200" y="5029200"/>
            <a:ext cx="29225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solidFill>
                  <a:srgbClr val="FF3300"/>
                </a:solidFill>
                <a:latin typeface="Tahoma" panose="020B0604030504040204" pitchFamily="34" charset="0"/>
              </a:rPr>
              <a:t>Teorema do Limite Central</a:t>
            </a:r>
          </a:p>
        </p:txBody>
      </p:sp>
      <p:sp>
        <p:nvSpPr>
          <p:cNvPr id="118803" name="Text Box 19"/>
          <p:cNvSpPr txBox="1">
            <a:spLocks noChangeArrowheads="1"/>
          </p:cNvSpPr>
          <p:nvPr/>
        </p:nvSpPr>
        <p:spPr bwMode="auto">
          <a:xfrm>
            <a:off x="741363" y="4457700"/>
            <a:ext cx="16266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35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1" grpId="0" autoUpdateAnimBg="0"/>
      <p:bldP spid="118797" grpId="0" animBg="1"/>
      <p:bldP spid="118801" grpId="0" autoUpdateAnimBg="0"/>
      <p:bldP spid="118803" grpId="0" autoUpdateAnimBg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Teorema do Limite Central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7235825" y="6381750"/>
            <a:ext cx="1728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TLC.xls)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60</a:t>
            </a:fld>
            <a:endParaRPr lang="pt-BR"/>
          </a:p>
        </p:txBody>
      </p:sp>
      <p:sp>
        <p:nvSpPr>
          <p:cNvPr id="15" name="Text Box 16"/>
          <p:cNvSpPr txBox="1">
            <a:spLocks noChangeArrowheads="1"/>
          </p:cNvSpPr>
          <p:nvPr/>
        </p:nvSpPr>
        <p:spPr bwMode="auto">
          <a:xfrm>
            <a:off x="685799" y="4509120"/>
            <a:ext cx="81946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Esta convergência acontece mais rapidamente quanto mais parecida for a forma da distribuição original (desconhecida) da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6"/>
              <p:cNvSpPr txBox="1">
                <a:spLocks noChangeArrowheads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182563" indent="-1825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soma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tende para uma Normal a medida que </a:t>
                </a:r>
                <a:r>
                  <a:rPr lang="pt-BR" altLang="pt-BR" sz="1600" i="1" dirty="0">
                    <a:latin typeface="Times New Roman" pitchFamily="18" charset="0"/>
                  </a:rPr>
                  <a:t>n 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 ∞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𝑌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𝑖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=1</m:t>
                          </m:r>
                        </m:sub>
                        <m:sup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para qualquer valor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	“A soma de normais independentes é sempre uma normal!”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?</m:t>
                    </m:r>
                    <m:d>
                      <m:dPr>
                        <m:ctrlP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somente se 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pitchFamily="18" charset="0"/>
                    <a:sym typeface="Symbol" panose="05050102010706020507" pitchFamily="18" charset="2"/>
                  </a:rPr>
                  <a:t> for grande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!!!! </a:t>
                </a:r>
                <a:r>
                  <a:rPr lang="pt-BR" altLang="pt-BR" sz="1600" dirty="0">
                    <a:latin typeface="Times New Roman" pitchFamily="18" charset="0"/>
                  </a:rPr>
                  <a:t>(TLC válida)</a:t>
                </a: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16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blipFill>
                <a:blip r:embed="rId2"/>
                <a:stretch>
                  <a:fillRect l="-446" t="-873" b="-196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0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88" name="Picture 2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8875" y="332105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9" name="Picture 2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5263" r="1932" b="4897"/>
          <a:stretch>
            <a:fillRect/>
          </a:stretch>
        </p:blipFill>
        <p:spPr bwMode="auto">
          <a:xfrm>
            <a:off x="4176713" y="3619500"/>
            <a:ext cx="4014787" cy="233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90" name="Object 30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8000" imgH="431800" progId="Equation.DSMT4">
                  <p:embed/>
                </p:oleObj>
              </mc:Choice>
              <mc:Fallback>
                <p:oleObj name="Equation" r:id="rId4" imgW="508000" imgH="431800" progId="Equation.DSMT4">
                  <p:embed/>
                  <p:pic>
                    <p:nvPicPr>
                      <p:cNvPr id="11779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3" name="Picture 1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2766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74" name="Picture 1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0" t="5016" r="3365" b="17659"/>
          <a:stretch>
            <a:fillRect/>
          </a:stretch>
        </p:blipFill>
        <p:spPr bwMode="auto">
          <a:xfrm>
            <a:off x="4214813" y="3581400"/>
            <a:ext cx="3959225" cy="234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aphicFrame>
        <p:nvGraphicFramePr>
          <p:cNvPr id="117765" name="Object 5"/>
          <p:cNvGraphicFramePr>
            <a:graphicFrameLocks noChangeAspect="1"/>
          </p:cNvGraphicFramePr>
          <p:nvPr/>
        </p:nvGraphicFramePr>
        <p:xfrm>
          <a:off x="1147763" y="2049463"/>
          <a:ext cx="9286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700" imgH="431800" progId="Equation.DSMT4">
                  <p:embed/>
                </p:oleObj>
              </mc:Choice>
              <mc:Fallback>
                <p:oleObj name="Equation" r:id="rId8" imgW="647700" imgH="431800" progId="Equation.DSMT4">
                  <p:embed/>
                  <p:pic>
                    <p:nvPicPr>
                      <p:cNvPr id="1177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7763" y="2049463"/>
                        <a:ext cx="9286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6" name="Text Box 6"/>
          <p:cNvSpPr txBox="1">
            <a:spLocks noChangeArrowheads="1"/>
          </p:cNvSpPr>
          <p:nvPr/>
        </p:nvSpPr>
        <p:spPr bwMode="auto">
          <a:xfrm>
            <a:off x="2057400" y="2184400"/>
            <a:ext cx="67630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: {0, 1}</a:t>
            </a:r>
            <a:r>
              <a:rPr lang="pt-BR" altLang="pt-BR" sz="1600" dirty="0">
                <a:latin typeface="Tahoma" panose="020B0604030504040204" pitchFamily="34" charset="0"/>
              </a:rPr>
              <a:t>) com </a:t>
            </a:r>
            <a:r>
              <a:rPr lang="pt-BR" altLang="pt-BR" sz="1600" i="1" dirty="0">
                <a:latin typeface="Times New Roman" pitchFamily="18" charset="0"/>
                <a:sym typeface="Symbol"/>
              </a:rPr>
              <a:t> </a:t>
            </a:r>
            <a:r>
              <a:rPr lang="pt-BR" altLang="pt-BR" sz="1600" i="1" dirty="0">
                <a:latin typeface="Times New Roman" pitchFamily="18" charset="0"/>
              </a:rPr>
              <a:t>= p </a:t>
            </a:r>
            <a:r>
              <a:rPr lang="pt-BR" altLang="pt-BR" sz="1600" dirty="0">
                <a:latin typeface="Tahoma" panose="020B0604030504040204" pitchFamily="34" charset="0"/>
              </a:rPr>
              <a:t>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pq</a:t>
            </a:r>
            <a:endParaRPr lang="pt-BR" altLang="pt-BR" sz="1600" i="1" dirty="0">
              <a:latin typeface="Times New Roman" pitchFamily="18" charset="0"/>
              <a:cs typeface="Times New Roman" panose="02020603050405020304" pitchFamily="18" charset="0"/>
            </a:endParaRPr>
          </a:p>
        </p:txBody>
      </p:sp>
      <p:sp>
        <p:nvSpPr>
          <p:cNvPr id="117767" name="Text Box 7"/>
          <p:cNvSpPr txBox="1">
            <a:spLocks noChangeArrowheads="1"/>
          </p:cNvSpPr>
          <p:nvPr/>
        </p:nvSpPr>
        <p:spPr bwMode="auto">
          <a:xfrm>
            <a:off x="914400" y="1524000"/>
            <a:ext cx="5867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tem uma distribuição binomial com parâmetros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17768" name="Text Box 8"/>
          <p:cNvSpPr txBox="1">
            <a:spLocks noChangeArrowheads="1"/>
          </p:cNvSpPr>
          <p:nvPr/>
        </p:nvSpPr>
        <p:spPr bwMode="auto">
          <a:xfrm>
            <a:off x="914400" y="2895600"/>
            <a:ext cx="72771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Então, 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grande, pelo TLC,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tende a uma Normal, ou seja,</a:t>
            </a:r>
          </a:p>
        </p:txBody>
      </p:sp>
      <p:graphicFrame>
        <p:nvGraphicFramePr>
          <p:cNvPr id="117769" name="Object 9"/>
          <p:cNvGraphicFramePr>
            <a:graphicFrameLocks noChangeAspect="1"/>
          </p:cNvGraphicFramePr>
          <p:nvPr/>
        </p:nvGraphicFramePr>
        <p:xfrm>
          <a:off x="1143000" y="3505200"/>
          <a:ext cx="10382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776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5200"/>
                        <a:ext cx="1038225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0" name="Object 10"/>
          <p:cNvGraphicFramePr>
            <a:graphicFrameLocks noChangeAspect="1"/>
          </p:cNvGraphicFramePr>
          <p:nvPr/>
        </p:nvGraphicFramePr>
        <p:xfrm>
          <a:off x="1143000" y="3996556"/>
          <a:ext cx="8191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71320" imgH="203040" progId="Equation.DSMT4">
                  <p:embed/>
                </p:oleObj>
              </mc:Choice>
              <mc:Fallback>
                <p:oleObj name="Equation" r:id="rId12" imgW="571320" imgH="203040" progId="Equation.DSMT4">
                  <p:embed/>
                  <p:pic>
                    <p:nvPicPr>
                      <p:cNvPr id="11777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96556"/>
                        <a:ext cx="8191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2" name="Object 12"/>
          <p:cNvGraphicFramePr>
            <a:graphicFrameLocks noChangeAspect="1"/>
          </p:cNvGraphicFramePr>
          <p:nvPr/>
        </p:nvGraphicFramePr>
        <p:xfrm>
          <a:off x="1143000" y="3933056"/>
          <a:ext cx="2205037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536480" imgH="291960" progId="Equation.DSMT4">
                  <p:embed/>
                </p:oleObj>
              </mc:Choice>
              <mc:Fallback>
                <p:oleObj name="Equation" r:id="rId14" imgW="1536480" imgH="291960" progId="Equation.DSMT4">
                  <p:embed/>
                  <p:pic>
                    <p:nvPicPr>
                      <p:cNvPr id="117772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33056"/>
                        <a:ext cx="2205037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9" name="Picture 19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3147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0" name="Picture 20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92" t="8940" r="4483" b="16072"/>
          <a:stretch>
            <a:fillRect/>
          </a:stretch>
        </p:blipFill>
        <p:spPr bwMode="auto">
          <a:xfrm>
            <a:off x="4208463" y="3608388"/>
            <a:ext cx="3963987" cy="237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82" name="Object 22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08000" imgH="431800" progId="Equation.DSMT4">
                  <p:embed/>
                </p:oleObj>
              </mc:Choice>
              <mc:Fallback>
                <p:oleObj name="Equation" r:id="rId18" imgW="508000" imgH="431800" progId="Equation.DSMT4">
                  <p:embed/>
                  <p:pic>
                    <p:nvPicPr>
                      <p:cNvPr id="11778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3" name="Object 23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508000" imgH="431800" progId="Equation.DSMT4">
                  <p:embed/>
                </p:oleObj>
              </mc:Choice>
              <mc:Fallback>
                <p:oleObj name="Equation" r:id="rId20" imgW="508000" imgH="431800" progId="Equation.DSMT4">
                  <p:embed/>
                  <p:pic>
                    <p:nvPicPr>
                      <p:cNvPr id="11778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4" name="Object 24"/>
          <p:cNvGraphicFramePr>
            <a:graphicFrameLocks noChangeAspect="1"/>
          </p:cNvGraphicFramePr>
          <p:nvPr/>
        </p:nvGraphicFramePr>
        <p:xfrm>
          <a:off x="1143000" y="3501008"/>
          <a:ext cx="1401763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977476" imgH="203112" progId="Equation.DSMT4">
                  <p:embed/>
                </p:oleObj>
              </mc:Choice>
              <mc:Fallback>
                <p:oleObj name="Equation" r:id="rId22" imgW="977476" imgH="203112" progId="Equation.DSMT4">
                  <p:embed/>
                  <p:pic>
                    <p:nvPicPr>
                      <p:cNvPr id="117784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1008"/>
                        <a:ext cx="1401763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BC0222-7E6F-4341-9F00-F79C33C107B9}" type="slidenum">
              <a:rPr lang="pt-BR"/>
              <a:pPr>
                <a:defRPr/>
              </a:pPr>
              <a:t>61</a:t>
            </a:fld>
            <a:endParaRPr lang="pt-BR"/>
          </a:p>
        </p:txBody>
      </p:sp>
      <p:sp>
        <p:nvSpPr>
          <p:cNvPr id="22" name="Text Box 8"/>
          <p:cNvSpPr txBox="1">
            <a:spLocks noChangeArrowheads="1"/>
          </p:cNvSpPr>
          <p:nvPr/>
        </p:nvSpPr>
        <p:spPr bwMode="auto">
          <a:xfrm>
            <a:off x="179512" y="4869160"/>
            <a:ext cx="359658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  <a:r>
              <a:rPr lang="pt-BR" altLang="pt-BR" sz="1600" dirty="0">
                <a:latin typeface="Tahoma" panose="020B0604030504040204" pitchFamily="34" charset="0"/>
              </a:rPr>
              <a:t>, a distribuição Binomial é simétrica e, portanto, rapidamente converge para Normal.</a:t>
            </a:r>
          </a:p>
        </p:txBody>
      </p: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1143000" y="4441552"/>
          <a:ext cx="9842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685800" imgH="203040" progId="Equation.DSMT4">
                  <p:embed/>
                </p:oleObj>
              </mc:Choice>
              <mc:Fallback>
                <p:oleObj name="Equation" r:id="rId24" imgW="685800" imgH="20304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441552"/>
                        <a:ext cx="9842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143000" y="4378052"/>
          <a:ext cx="2641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841400" imgH="291960" progId="Equation.DSMT4">
                  <p:embed/>
                </p:oleObj>
              </mc:Choice>
              <mc:Fallback>
                <p:oleObj name="Equation" r:id="rId26" imgW="1841400" imgH="29196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378052"/>
                        <a:ext cx="2641600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2985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6" grpId="0" autoUpdateAnimBg="0"/>
      <p:bldP spid="117767" grpId="0" autoUpdateAnimBg="0"/>
      <p:bldP spid="117768" grpId="0" autoUpdateAnimBg="0"/>
      <p:bldP spid="22" grpId="0" autoUpdateAnimBg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Aproximação da Binomial à Normal </a:t>
            </a:r>
          </a:p>
        </p:txBody>
      </p:sp>
      <p:sp>
        <p:nvSpPr>
          <p:cNvPr id="29699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pSp>
        <p:nvGrpSpPr>
          <p:cNvPr id="29700" name="Group 28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29709" name="Freeform 20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0" name="Oval 21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1" name="Oval 22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2" name="Oval 24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3" name="Oval 25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4" name="Oval 26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0861" name="Object 29"/>
          <p:cNvGraphicFramePr>
            <a:graphicFrameLocks noChangeAspect="1"/>
          </p:cNvGraphicFramePr>
          <p:nvPr/>
        </p:nvGraphicFramePr>
        <p:xfrm>
          <a:off x="850900" y="3095625"/>
          <a:ext cx="23495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37589" imgH="393529" progId="Equation.DSMT4">
                  <p:embed/>
                </p:oleObj>
              </mc:Choice>
              <mc:Fallback>
                <p:oleObj name="Equation" r:id="rId2" imgW="1637589" imgH="393529" progId="Equation.DSMT4">
                  <p:embed/>
                  <p:pic>
                    <p:nvPicPr>
                      <p:cNvPr id="12086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3095625"/>
                        <a:ext cx="23495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2" name="Object 30"/>
          <p:cNvGraphicFramePr>
            <a:graphicFrameLocks noChangeAspect="1"/>
          </p:cNvGraphicFramePr>
          <p:nvPr/>
        </p:nvGraphicFramePr>
        <p:xfrm>
          <a:off x="838200" y="388620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43000" imgH="457200" progId="Equation.DSMT4">
                  <p:embed/>
                </p:oleObj>
              </mc:Choice>
              <mc:Fallback>
                <p:oleObj name="Equation" r:id="rId4" imgW="1143000" imgH="457200" progId="Equation.DSMT4">
                  <p:embed/>
                  <p:pic>
                    <p:nvPicPr>
                      <p:cNvPr id="12086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88620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3" name="Object 31"/>
          <p:cNvGraphicFramePr>
            <a:graphicFrameLocks noChangeAspect="1"/>
          </p:cNvGraphicFramePr>
          <p:nvPr/>
        </p:nvGraphicFramePr>
        <p:xfrm>
          <a:off x="836613" y="3886200"/>
          <a:ext cx="225901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457200" progId="Equation.DSMT4">
                  <p:embed/>
                </p:oleObj>
              </mc:Choice>
              <mc:Fallback>
                <p:oleObj name="Equation" r:id="rId6" imgW="1574800" imgH="457200" progId="Equation.DSMT4">
                  <p:embed/>
                  <p:pic>
                    <p:nvPicPr>
                      <p:cNvPr id="12086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613" y="3886200"/>
                        <a:ext cx="225901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4" name="Object 32"/>
          <p:cNvGraphicFramePr>
            <a:graphicFrameLocks noChangeAspect="1"/>
          </p:cNvGraphicFramePr>
          <p:nvPr/>
        </p:nvGraphicFramePr>
        <p:xfrm>
          <a:off x="865188" y="4756150"/>
          <a:ext cx="349726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438400" imgH="457200" progId="Equation.DSMT4">
                  <p:embed/>
                </p:oleObj>
              </mc:Choice>
              <mc:Fallback>
                <p:oleObj name="Equation" r:id="rId8" imgW="2438400" imgH="457200" progId="Equation.DSMT4">
                  <p:embed/>
                  <p:pic>
                    <p:nvPicPr>
                      <p:cNvPr id="12086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4756150"/>
                        <a:ext cx="349726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0866" name="Picture 34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867" name="Text Box 35"/>
          <p:cNvSpPr txBox="1">
            <a:spLocks noChangeArrowheads="1"/>
          </p:cNvSpPr>
          <p:nvPr/>
        </p:nvSpPr>
        <p:spPr bwMode="auto">
          <a:xfrm>
            <a:off x="5953125" y="6140450"/>
            <a:ext cx="27733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Aproximando-se à Normal...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A72C12-FD7D-4E14-8320-344DD36FDDD0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2600325" y="5497513"/>
            <a:ext cx="119757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(valor exato)</a:t>
            </a:r>
          </a:p>
        </p:txBody>
      </p:sp>
    </p:spTree>
    <p:extLst>
      <p:ext uri="{BB962C8B-B14F-4D97-AF65-F5344CB8AC3E}">
        <p14:creationId xmlns:p14="http://schemas.microsoft.com/office/powerpoint/2010/main" val="1454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67" grpId="0" autoUpdateAnimBg="0"/>
      <p:bldP spid="3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30744" name="Freeform 5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6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7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7" name="Oval 8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8" name="Oval 9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9" name="Oval 10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0725" name="Object 11"/>
          <p:cNvGraphicFramePr>
            <a:graphicFrameLocks noChangeAspect="1"/>
          </p:cNvGraphicFramePr>
          <p:nvPr/>
        </p:nvGraphicFramePr>
        <p:xfrm>
          <a:off x="838200" y="3086100"/>
          <a:ext cx="3152775" cy="121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100" imgH="850900" progId="Equation.DSMT4">
                  <p:embed/>
                </p:oleObj>
              </mc:Choice>
              <mc:Fallback>
                <p:oleObj name="Equation" r:id="rId2" imgW="2197100" imgH="850900" progId="Equation.DSMT4">
                  <p:embed/>
                  <p:pic>
                    <p:nvPicPr>
                      <p:cNvPr id="3072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086100"/>
                        <a:ext cx="3152775" cy="12144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69" name="Object 13"/>
          <p:cNvGraphicFramePr>
            <a:graphicFrameLocks noChangeAspect="1"/>
          </p:cNvGraphicFramePr>
          <p:nvPr/>
        </p:nvGraphicFramePr>
        <p:xfrm>
          <a:off x="1873250" y="4752975"/>
          <a:ext cx="13303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6698" imgH="203112" progId="Equation.DSMT4">
                  <p:embed/>
                </p:oleObj>
              </mc:Choice>
              <mc:Fallback>
                <p:oleObj name="Equation" r:id="rId4" imgW="926698" imgH="203112" progId="Equation.DSMT4">
                  <p:embed/>
                  <p:pic>
                    <p:nvPicPr>
                      <p:cNvPr id="12186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3250" y="4752975"/>
                        <a:ext cx="133032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0727" name="Picture 1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1874" name="Picture 1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t="8994" r="4463" b="16052"/>
          <a:stretch>
            <a:fillRect/>
          </a:stretch>
        </p:blipFill>
        <p:spPr bwMode="auto">
          <a:xfrm>
            <a:off x="5272088" y="3062288"/>
            <a:ext cx="3357562" cy="200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1876" name="Oval 20"/>
          <p:cNvSpPr>
            <a:spLocks noChangeArrowheads="1"/>
          </p:cNvSpPr>
          <p:nvPr/>
        </p:nvSpPr>
        <p:spPr bwMode="auto">
          <a:xfrm>
            <a:off x="6019800" y="4724400"/>
            <a:ext cx="533400" cy="609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121884" name="Picture 28"/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00"/>
              </a:clrFrom>
              <a:clrTo>
                <a:srgbClr val="FFFF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2667000"/>
            <a:ext cx="2879725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1885" name="Object 29"/>
          <p:cNvGraphicFramePr>
            <a:graphicFrameLocks noChangeAspect="1"/>
          </p:cNvGraphicFramePr>
          <p:nvPr/>
        </p:nvGraphicFramePr>
        <p:xfrm>
          <a:off x="850900" y="5334000"/>
          <a:ext cx="17303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06500" imgH="203200" progId="Equation.DSMT4">
                  <p:embed/>
                </p:oleObj>
              </mc:Choice>
              <mc:Fallback>
                <p:oleObj name="Equation" r:id="rId9" imgW="1206500" imgH="203200" progId="Equation.DSMT4">
                  <p:embed/>
                  <p:pic>
                    <p:nvPicPr>
                      <p:cNvPr id="121885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34000"/>
                        <a:ext cx="17303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1" name="Freeform 35"/>
          <p:cNvSpPr>
            <a:spLocks/>
          </p:cNvSpPr>
          <p:nvPr/>
        </p:nvSpPr>
        <p:spPr bwMode="auto">
          <a:xfrm>
            <a:off x="6959600" y="2770188"/>
            <a:ext cx="1296988" cy="1652587"/>
          </a:xfrm>
          <a:custGeom>
            <a:avLst/>
            <a:gdLst>
              <a:gd name="T0" fmla="*/ 0 w 826"/>
              <a:gd name="T1" fmla="*/ 2147483647 h 1041"/>
              <a:gd name="T2" fmla="*/ 0 w 826"/>
              <a:gd name="T3" fmla="*/ 2147483647 h 1041"/>
              <a:gd name="T4" fmla="*/ 2147483647 w 826"/>
              <a:gd name="T5" fmla="*/ 2147483647 h 1041"/>
              <a:gd name="T6" fmla="*/ 2147483647 w 826"/>
              <a:gd name="T7" fmla="*/ 2147483647 h 1041"/>
              <a:gd name="T8" fmla="*/ 2147483647 w 826"/>
              <a:gd name="T9" fmla="*/ 0 h 1041"/>
              <a:gd name="T10" fmla="*/ 2147483647 w 826"/>
              <a:gd name="T11" fmla="*/ 2147483647 h 1041"/>
              <a:gd name="T12" fmla="*/ 2147483647 w 826"/>
              <a:gd name="T13" fmla="*/ 2147483647 h 1041"/>
              <a:gd name="T14" fmla="*/ 2147483647 w 826"/>
              <a:gd name="T15" fmla="*/ 2147483647 h 1041"/>
              <a:gd name="T16" fmla="*/ 2147483647 w 826"/>
              <a:gd name="T17" fmla="*/ 2147483647 h 1041"/>
              <a:gd name="T18" fmla="*/ 2147483647 w 826"/>
              <a:gd name="T19" fmla="*/ 2147483647 h 1041"/>
              <a:gd name="T20" fmla="*/ 2147483647 w 826"/>
              <a:gd name="T21" fmla="*/ 2147483647 h 1041"/>
              <a:gd name="T22" fmla="*/ 2147483647 w 826"/>
              <a:gd name="T23" fmla="*/ 2147483647 h 1041"/>
              <a:gd name="T24" fmla="*/ 2147483647 w 826"/>
              <a:gd name="T25" fmla="*/ 2147483647 h 1041"/>
              <a:gd name="T26" fmla="*/ 2147483647 w 826"/>
              <a:gd name="T27" fmla="*/ 2147483647 h 1041"/>
              <a:gd name="T28" fmla="*/ 2147483647 w 826"/>
              <a:gd name="T29" fmla="*/ 2147483647 h 1041"/>
              <a:gd name="T30" fmla="*/ 2147483647 w 826"/>
              <a:gd name="T31" fmla="*/ 2147483647 h 1041"/>
              <a:gd name="T32" fmla="*/ 0 w 826"/>
              <a:gd name="T33" fmla="*/ 2147483647 h 1041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826"/>
              <a:gd name="T52" fmla="*/ 0 h 1041"/>
              <a:gd name="T53" fmla="*/ 826 w 826"/>
              <a:gd name="T54" fmla="*/ 1041 h 1041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826" h="1041">
                <a:moveTo>
                  <a:pt x="0" y="1041"/>
                </a:moveTo>
                <a:lnTo>
                  <a:pt x="0" y="360"/>
                </a:lnTo>
                <a:lnTo>
                  <a:pt x="50" y="232"/>
                </a:lnTo>
                <a:lnTo>
                  <a:pt x="89" y="105"/>
                </a:lnTo>
                <a:lnTo>
                  <a:pt x="111" y="0"/>
                </a:lnTo>
                <a:lnTo>
                  <a:pt x="233" y="33"/>
                </a:lnTo>
                <a:lnTo>
                  <a:pt x="366" y="83"/>
                </a:lnTo>
                <a:lnTo>
                  <a:pt x="471" y="166"/>
                </a:lnTo>
                <a:lnTo>
                  <a:pt x="582" y="249"/>
                </a:lnTo>
                <a:lnTo>
                  <a:pt x="665" y="376"/>
                </a:lnTo>
                <a:lnTo>
                  <a:pt x="720" y="465"/>
                </a:lnTo>
                <a:lnTo>
                  <a:pt x="776" y="570"/>
                </a:lnTo>
                <a:lnTo>
                  <a:pt x="798" y="670"/>
                </a:lnTo>
                <a:lnTo>
                  <a:pt x="826" y="803"/>
                </a:lnTo>
                <a:lnTo>
                  <a:pt x="826" y="913"/>
                </a:lnTo>
                <a:lnTo>
                  <a:pt x="826" y="1041"/>
                </a:lnTo>
                <a:lnTo>
                  <a:pt x="0" y="1041"/>
                </a:lnTo>
                <a:close/>
              </a:path>
            </a:pathLst>
          </a:custGeom>
          <a:solidFill>
            <a:srgbClr val="FFFFFF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6757988" y="3352800"/>
            <a:ext cx="387350" cy="1981200"/>
            <a:chOff x="4252" y="2112"/>
            <a:chExt cx="244" cy="1248"/>
          </a:xfrm>
        </p:grpSpPr>
        <p:grpSp>
          <p:nvGrpSpPr>
            <p:cNvPr id="30740" name="Group 32"/>
            <p:cNvGrpSpPr>
              <a:grpSpLocks/>
            </p:cNvGrpSpPr>
            <p:nvPr/>
          </p:nvGrpSpPr>
          <p:grpSpPr bwMode="auto">
            <a:xfrm>
              <a:off x="4252" y="2784"/>
              <a:ext cx="244" cy="576"/>
              <a:chOff x="4252" y="2784"/>
              <a:chExt cx="244" cy="576"/>
            </a:xfrm>
          </p:grpSpPr>
          <p:sp>
            <p:nvSpPr>
              <p:cNvPr id="30742" name="Line 30"/>
              <p:cNvSpPr>
                <a:spLocks noChangeShapeType="1"/>
              </p:cNvSpPr>
              <p:nvPr/>
            </p:nvSpPr>
            <p:spPr bwMode="auto">
              <a:xfrm>
                <a:off x="4374" y="2784"/>
                <a:ext cx="0" cy="3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743" name="Text Box 31"/>
              <p:cNvSpPr txBox="1">
                <a:spLocks noChangeArrowheads="1"/>
              </p:cNvSpPr>
              <p:nvPr/>
            </p:nvSpPr>
            <p:spPr bwMode="auto">
              <a:xfrm>
                <a:off x="4252" y="3148"/>
                <a:ext cx="244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solidFill>
                      <a:srgbClr val="FF3300"/>
                    </a:solidFill>
                    <a:latin typeface="Times New Roman" pitchFamily="18" charset="0"/>
                  </a:rPr>
                  <a:t>30</a:t>
                </a:r>
              </a:p>
            </p:txBody>
          </p:sp>
        </p:grpSp>
        <p:sp>
          <p:nvSpPr>
            <p:cNvPr id="30741" name="Line 33"/>
            <p:cNvSpPr>
              <a:spLocks noChangeShapeType="1"/>
            </p:cNvSpPr>
            <p:nvPr/>
          </p:nvSpPr>
          <p:spPr bwMode="auto">
            <a:xfrm>
              <a:off x="4374" y="2112"/>
              <a:ext cx="0" cy="672"/>
            </a:xfrm>
            <a:prstGeom prst="line">
              <a:avLst/>
            </a:prstGeom>
            <a:noFill/>
            <a:ln w="28575" cap="rnd">
              <a:solidFill>
                <a:srgbClr val="FF33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1895" name="Object 39"/>
          <p:cNvGraphicFramePr>
            <a:graphicFrameLocks noChangeAspect="1"/>
          </p:cNvGraphicFramePr>
          <p:nvPr/>
        </p:nvGraphicFramePr>
        <p:xfrm>
          <a:off x="850900" y="5346700"/>
          <a:ext cx="20764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172" imgH="203112" progId="Equation.DSMT4">
                  <p:embed/>
                </p:oleObj>
              </mc:Choice>
              <mc:Fallback>
                <p:oleObj name="Equation" r:id="rId11" imgW="1447172" imgH="203112" progId="Equation.DSMT4">
                  <p:embed/>
                  <p:pic>
                    <p:nvPicPr>
                      <p:cNvPr id="12189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46700"/>
                        <a:ext cx="2076450" cy="290513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6" name="Text Box 40"/>
          <p:cNvSpPr txBox="1">
            <a:spLocks noChangeArrowheads="1"/>
          </p:cNvSpPr>
          <p:nvPr/>
        </p:nvSpPr>
        <p:spPr bwMode="auto">
          <a:xfrm>
            <a:off x="2865129" y="5314950"/>
            <a:ext cx="231736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3300"/>
                </a:solidFill>
                <a:latin typeface="Tahoma" panose="020B0604030504040204" pitchFamily="34" charset="0"/>
              </a:rPr>
              <a:t>(correção de continuidade)</a:t>
            </a:r>
          </a:p>
        </p:txBody>
      </p:sp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850900" y="5791200"/>
          <a:ext cx="2876550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006600" imgH="457200" progId="Equation.DSMT4">
                  <p:embed/>
                </p:oleObj>
              </mc:Choice>
              <mc:Fallback>
                <p:oleObj name="Equation" r:id="rId13" imgW="2006600" imgH="457200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791200"/>
                        <a:ext cx="2876550" cy="6540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9" name="Text Box 43"/>
          <p:cNvSpPr txBox="1">
            <a:spLocks noChangeArrowheads="1"/>
          </p:cNvSpPr>
          <p:nvPr/>
        </p:nvSpPr>
        <p:spPr bwMode="auto">
          <a:xfrm>
            <a:off x="5953800" y="5935632"/>
            <a:ext cx="3063659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imes New Roman" pitchFamily="18" charset="0"/>
              </a:rPr>
              <a:t>0,9745</a:t>
            </a:r>
            <a:endParaRPr lang="pt-BR" altLang="pt-BR" sz="17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    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(valor exato para Binomial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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200" dirty="0">
                <a:solidFill>
                  <a:srgbClr val="FF3300"/>
                </a:solidFill>
                <a:latin typeface="Times New Roman" pitchFamily="18" charset="0"/>
              </a:rPr>
              <a:t>0,9752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9D63B8-7C80-44DE-A535-4ECEDF6CC540}" type="slidenum">
              <a:rPr lang="pt-BR"/>
              <a:pPr>
                <a:defRPr/>
              </a:pPr>
              <a:t>63</a:t>
            </a:fld>
            <a:endParaRPr lang="pt-BR"/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852488" y="4710113"/>
            <a:ext cx="10668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Pelo TLC:</a:t>
            </a:r>
          </a:p>
        </p:txBody>
      </p:sp>
      <p:sp>
        <p:nvSpPr>
          <p:cNvPr id="30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aphicFrame>
        <p:nvGraphicFramePr>
          <p:cNvPr id="31" name="Object 41"/>
          <p:cNvGraphicFramePr>
            <a:graphicFrameLocks noChangeAspect="1"/>
          </p:cNvGraphicFramePr>
          <p:nvPr/>
        </p:nvGraphicFramePr>
        <p:xfrm>
          <a:off x="3749333" y="5935632"/>
          <a:ext cx="22764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587240" imgH="253800" progId="Equation.DSMT4">
                  <p:embed/>
                </p:oleObj>
              </mc:Choice>
              <mc:Fallback>
                <p:oleObj name="Equation" r:id="rId15" imgW="1587240" imgH="253800" progId="Equation.DSMT4">
                  <p:embed/>
                  <p:pic>
                    <p:nvPicPr>
                      <p:cNvPr id="3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9333" y="5935632"/>
                        <a:ext cx="22764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63925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76" grpId="0" animBg="1"/>
      <p:bldP spid="121891" grpId="0" animBg="1"/>
      <p:bldP spid="121896" grpId="0" autoUpdateAnimBg="0"/>
      <p:bldP spid="121899" grpId="0" autoUpdateAnimBg="0"/>
      <p:bldP spid="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776" name="Text Box 40"/>
              <p:cNvSpPr txBox="1">
                <a:spLocks noChangeArrowheads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Resumindo...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Transformações lineares de uma Normal não alteram sua distribuição, apenas sua média e variância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𝑏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	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𝑏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Normal resulta numa nova v.a. cuja distribuição também é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 de um grande número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desconhecida resulta numa nova v.a. cuja distribuição tende a uma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?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se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grande</a:t>
                </a: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algn="ctr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Teorema do Limite Central</a:t>
                </a:r>
              </a:p>
            </p:txBody>
          </p:sp>
        </mc:Choice>
        <mc:Fallback xmlns="">
          <p:sp>
            <p:nvSpPr>
              <p:cNvPr id="116776" name="Text 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blipFill>
                <a:blip r:embed="rId2"/>
                <a:stretch>
                  <a:fillRect l="-397" t="-363" r="-794" b="-9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684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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dirty="0"/>
          </a:p>
        </p:txBody>
      </p:sp>
      <p:graphicFrame>
        <p:nvGraphicFramePr>
          <p:cNvPr id="136196" name="Object 4"/>
          <p:cNvGraphicFramePr>
            <a:graphicFrameLocks noChangeAspect="1"/>
          </p:cNvGraphicFramePr>
          <p:nvPr/>
        </p:nvGraphicFramePr>
        <p:xfrm>
          <a:off x="950913" y="2549574"/>
          <a:ext cx="3314700" cy="623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400" imgH="431800" progId="">
                  <p:embed/>
                </p:oleObj>
              </mc:Choice>
              <mc:Fallback>
                <p:oleObj name="Equation" r:id="rId3" imgW="2311400" imgH="431800" progId="">
                  <p:embed/>
                  <p:pic>
                    <p:nvPicPr>
                      <p:cNvPr id="1361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2549574"/>
                        <a:ext cx="3314700" cy="623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7" name="Object 5"/>
          <p:cNvGraphicFramePr>
            <a:graphicFrameLocks noChangeAspect="1"/>
          </p:cNvGraphicFramePr>
          <p:nvPr/>
        </p:nvGraphicFramePr>
        <p:xfrm>
          <a:off x="950913" y="3790999"/>
          <a:ext cx="927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">
                  <p:embed/>
                </p:oleObj>
              </mc:Choice>
              <mc:Fallback>
                <p:oleObj name="Equation" r:id="rId5" imgW="647419" imgH="203112" progId="">
                  <p:embed/>
                  <p:pic>
                    <p:nvPicPr>
                      <p:cNvPr id="1361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90999"/>
                        <a:ext cx="927100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8" name="Object 6"/>
          <p:cNvGraphicFramePr>
            <a:graphicFrameLocks noChangeAspect="1"/>
          </p:cNvGraphicFramePr>
          <p:nvPr/>
        </p:nvGraphicFramePr>
        <p:xfrm>
          <a:off x="950913" y="4108499"/>
          <a:ext cx="11985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">
                  <p:embed/>
                </p:oleObj>
              </mc:Choice>
              <mc:Fallback>
                <p:oleObj name="Equation" r:id="rId7" imgW="837836" imgH="203112" progId="">
                  <p:embed/>
                  <p:pic>
                    <p:nvPicPr>
                      <p:cNvPr id="13619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4108499"/>
                        <a:ext cx="1198562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209800" y="3790999"/>
            <a:ext cx="936625" cy="609600"/>
            <a:chOff x="1536" y="1920"/>
            <a:chExt cx="590" cy="384"/>
          </a:xfrm>
        </p:grpSpPr>
        <p:sp>
          <p:nvSpPr>
            <p:cNvPr id="11295" name="AutoShape 8"/>
            <p:cNvSpPr>
              <a:spLocks/>
            </p:cNvSpPr>
            <p:nvPr/>
          </p:nvSpPr>
          <p:spPr bwMode="auto">
            <a:xfrm>
              <a:off x="1536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1296" name="Object 9"/>
            <p:cNvGraphicFramePr>
              <a:graphicFrameLocks noChangeAspect="1"/>
            </p:cNvGraphicFramePr>
            <p:nvPr/>
          </p:nvGraphicFramePr>
          <p:xfrm>
            <a:off x="1680" y="2005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494870" imgH="253780" progId="">
                    <p:embed/>
                  </p:oleObj>
                </mc:Choice>
                <mc:Fallback>
                  <p:oleObj name="Equation" r:id="rId9" imgW="494870" imgH="253780" progId="">
                    <p:embed/>
                    <p:pic>
                      <p:nvPicPr>
                        <p:cNvPr id="1129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80" y="2005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36202" name="Text Box 10"/>
          <p:cNvSpPr txBox="1">
            <a:spLocks noChangeArrowheads="1"/>
          </p:cNvSpPr>
          <p:nvPr/>
        </p:nvSpPr>
        <p:spPr bwMode="auto">
          <a:xfrm>
            <a:off x="3336925" y="3856087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 err="1">
                <a:latin typeface="Tahoma" panose="020B0604030504040204" pitchFamily="34" charset="0"/>
              </a:rPr>
              <a:t>qui</a:t>
            </a:r>
            <a:r>
              <a:rPr lang="pt-BR" altLang="pt-BR" sz="1600" dirty="0">
                <a:latin typeface="Tahoma" panose="020B0604030504040204" pitchFamily="34" charset="0"/>
              </a:rPr>
              <a:t>-quadrado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liberdade*)</a:t>
            </a:r>
          </a:p>
        </p:txBody>
      </p: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2358" y="2736"/>
            <a:chExt cx="1291" cy="981"/>
          </a:xfrm>
        </p:grpSpPr>
        <p:sp>
          <p:nvSpPr>
            <p:cNvPr id="11290" name="Freeform 12"/>
            <p:cNvSpPr>
              <a:spLocks/>
            </p:cNvSpPr>
            <p:nvPr/>
          </p:nvSpPr>
          <p:spPr bwMode="auto">
            <a:xfrm>
              <a:off x="2448" y="273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1" name="Freeform 13"/>
            <p:cNvSpPr>
              <a:spLocks/>
            </p:cNvSpPr>
            <p:nvPr/>
          </p:nvSpPr>
          <p:spPr bwMode="auto">
            <a:xfrm>
              <a:off x="2454" y="2784"/>
              <a:ext cx="1030" cy="715"/>
            </a:xfrm>
            <a:custGeom>
              <a:avLst/>
              <a:gdLst>
                <a:gd name="T0" fmla="*/ 0 w 1030"/>
                <a:gd name="T1" fmla="*/ 0 h 715"/>
                <a:gd name="T2" fmla="*/ 192 w 1030"/>
                <a:gd name="T3" fmla="*/ 528 h 715"/>
                <a:gd name="T4" fmla="*/ 1030 w 1030"/>
                <a:gd name="T5" fmla="*/ 715 h 715"/>
                <a:gd name="T6" fmla="*/ 0 60000 65536"/>
                <a:gd name="T7" fmla="*/ 0 60000 65536"/>
                <a:gd name="T8" fmla="*/ 0 60000 65536"/>
                <a:gd name="T9" fmla="*/ 0 w 1030"/>
                <a:gd name="T10" fmla="*/ 0 h 715"/>
                <a:gd name="T11" fmla="*/ 1030 w 1030"/>
                <a:gd name="T12" fmla="*/ 715 h 71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30" h="715">
                  <a:moveTo>
                    <a:pt x="0" y="0"/>
                  </a:moveTo>
                  <a:cubicBezTo>
                    <a:pt x="10" y="204"/>
                    <a:pt x="20" y="409"/>
                    <a:pt x="192" y="528"/>
                  </a:cubicBezTo>
                  <a:cubicBezTo>
                    <a:pt x="364" y="647"/>
                    <a:pt x="697" y="681"/>
                    <a:pt x="1030" y="715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2" name="Text Box 14"/>
            <p:cNvSpPr txBox="1">
              <a:spLocks noChangeArrowheads="1"/>
            </p:cNvSpPr>
            <p:nvPr/>
          </p:nvSpPr>
          <p:spPr bwMode="auto">
            <a:xfrm>
              <a:off x="2358" y="349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3" name="Text Box 15"/>
            <p:cNvSpPr txBox="1">
              <a:spLocks noChangeArrowheads="1"/>
            </p:cNvSpPr>
            <p:nvPr/>
          </p:nvSpPr>
          <p:spPr bwMode="auto">
            <a:xfrm>
              <a:off x="3349" y="348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4" name="Text Box 16"/>
            <p:cNvSpPr txBox="1">
              <a:spLocks noChangeArrowheads="1"/>
            </p:cNvSpPr>
            <p:nvPr/>
          </p:nvSpPr>
          <p:spPr bwMode="auto">
            <a:xfrm>
              <a:off x="2592" y="3060"/>
              <a:ext cx="3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 2</a:t>
              </a:r>
              <a:endParaRPr lang="pt-BR" altLang="pt-BR" sz="1600">
                <a:latin typeface="Times New Roman" charset="0"/>
              </a:endParaRP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3120" y="2592"/>
            <a:chExt cx="1291" cy="981"/>
          </a:xfrm>
        </p:grpSpPr>
        <p:sp>
          <p:nvSpPr>
            <p:cNvPr id="11285" name="Freeform 18"/>
            <p:cNvSpPr>
              <a:spLocks/>
            </p:cNvSpPr>
            <p:nvPr/>
          </p:nvSpPr>
          <p:spPr bwMode="auto">
            <a:xfrm>
              <a:off x="3210" y="2592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Freeform 19"/>
            <p:cNvSpPr>
              <a:spLocks/>
            </p:cNvSpPr>
            <p:nvPr/>
          </p:nvSpPr>
          <p:spPr bwMode="auto">
            <a:xfrm>
              <a:off x="3206" y="2741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7" name="Text Box 20"/>
            <p:cNvSpPr txBox="1">
              <a:spLocks noChangeArrowheads="1"/>
            </p:cNvSpPr>
            <p:nvPr/>
          </p:nvSpPr>
          <p:spPr bwMode="auto">
            <a:xfrm>
              <a:off x="3120" y="3351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88" name="Text Box 21"/>
            <p:cNvSpPr txBox="1">
              <a:spLocks noChangeArrowheads="1"/>
            </p:cNvSpPr>
            <p:nvPr/>
          </p:nvSpPr>
          <p:spPr bwMode="auto">
            <a:xfrm>
              <a:off x="4111" y="3342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89" name="Text Box 22"/>
            <p:cNvSpPr txBox="1">
              <a:spLocks noChangeArrowheads="1"/>
            </p:cNvSpPr>
            <p:nvPr/>
          </p:nvSpPr>
          <p:spPr bwMode="auto">
            <a:xfrm>
              <a:off x="3695" y="273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&gt; 2</a:t>
              </a:r>
              <a:endParaRPr lang="pt-BR" altLang="pt-BR" sz="1600">
                <a:latin typeface="Times New Roman" charset="0"/>
              </a:endParaRPr>
            </a:p>
          </p:txBody>
        </p:sp>
      </p:grpSp>
      <p:sp>
        <p:nvSpPr>
          <p:cNvPr id="136215" name="Text Box 23"/>
          <p:cNvSpPr txBox="1">
            <a:spLocks noChangeArrowheads="1"/>
          </p:cNvSpPr>
          <p:nvPr/>
        </p:nvSpPr>
        <p:spPr bwMode="auto">
          <a:xfrm>
            <a:off x="822325" y="50028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825500" y="5369520"/>
            <a:ext cx="3006725" cy="352425"/>
            <a:chOff x="520" y="2928"/>
            <a:chExt cx="1894" cy="222"/>
          </a:xfrm>
        </p:grpSpPr>
        <p:sp>
          <p:nvSpPr>
            <p:cNvPr id="11282" name="Text Box 25"/>
            <p:cNvSpPr txBox="1">
              <a:spLocks noChangeArrowheads="1"/>
            </p:cNvSpPr>
            <p:nvPr/>
          </p:nvSpPr>
          <p:spPr bwMode="auto">
            <a:xfrm>
              <a:off x="520" y="2928"/>
              <a:ext cx="144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 </a:t>
              </a:r>
              <a:r>
                <a:rPr lang="pt-BR" altLang="pt-BR" sz="1600" dirty="0">
                  <a:latin typeface="Times New Roman" charset="0"/>
                </a:rPr>
                <a:t>     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3" name="Object 26"/>
            <p:cNvGraphicFramePr>
              <a:graphicFrameLocks noChangeAspect="1"/>
            </p:cNvGraphicFramePr>
            <p:nvPr/>
          </p:nvGraphicFramePr>
          <p:xfrm>
            <a:off x="1933" y="2931"/>
            <a:ext cx="481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533169" imgH="241195" progId="">
                    <p:embed/>
                  </p:oleObj>
                </mc:Choice>
                <mc:Fallback>
                  <p:oleObj name="Equation" r:id="rId11" imgW="533169" imgH="241195" progId="">
                    <p:embed/>
                    <p:pic>
                      <p:nvPicPr>
                        <p:cNvPr id="11283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33" y="2931"/>
                          <a:ext cx="481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4" name="Object 27"/>
            <p:cNvGraphicFramePr>
              <a:graphicFrameLocks noChangeAspect="1"/>
            </p:cNvGraphicFramePr>
            <p:nvPr/>
          </p:nvGraphicFramePr>
          <p:xfrm>
            <a:off x="888" y="2956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723586" imgH="203112" progId="">
                    <p:embed/>
                  </p:oleObj>
                </mc:Choice>
                <mc:Fallback>
                  <p:oleObj name="Equation" r:id="rId13" imgW="723586" imgH="203112" progId="">
                    <p:embed/>
                    <p:pic>
                      <p:nvPicPr>
                        <p:cNvPr id="11284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8" y="2956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8"/>
          <p:cNvGrpSpPr>
            <a:grpSpLocks/>
          </p:cNvGrpSpPr>
          <p:nvPr/>
        </p:nvGrpSpPr>
        <p:grpSpPr bwMode="auto">
          <a:xfrm>
            <a:off x="825500" y="5687020"/>
            <a:ext cx="2971800" cy="622300"/>
            <a:chOff x="528" y="3128"/>
            <a:chExt cx="1872" cy="392"/>
          </a:xfrm>
        </p:grpSpPr>
        <p:sp>
          <p:nvSpPr>
            <p:cNvPr id="11279" name="Text Box 29"/>
            <p:cNvSpPr txBox="1">
              <a:spLocks noChangeArrowheads="1"/>
            </p:cNvSpPr>
            <p:nvPr/>
          </p:nvSpPr>
          <p:spPr bwMode="auto">
            <a:xfrm>
              <a:off x="528" y="3216"/>
              <a:ext cx="129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 </a:t>
              </a:r>
              <a:r>
                <a:rPr lang="pt-BR" altLang="pt-BR" sz="1600" dirty="0">
                  <a:latin typeface="Times New Roman" charset="0"/>
                </a:rPr>
                <a:t>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0" name="Object 30"/>
            <p:cNvGraphicFramePr>
              <a:graphicFrameLocks noChangeAspect="1"/>
            </p:cNvGraphicFramePr>
            <p:nvPr/>
          </p:nvGraphicFramePr>
          <p:xfrm>
            <a:off x="1770" y="3128"/>
            <a:ext cx="630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98197" imgH="431613" progId="">
                    <p:embed/>
                  </p:oleObj>
                </mc:Choice>
                <mc:Fallback>
                  <p:oleObj name="Equation" r:id="rId15" imgW="698197" imgH="431613" progId="">
                    <p:embed/>
                    <p:pic>
                      <p:nvPicPr>
                        <p:cNvPr id="11280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0" y="3128"/>
                          <a:ext cx="630" cy="39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1" name="Object 31"/>
            <p:cNvGraphicFramePr>
              <a:graphicFrameLocks noChangeAspect="1"/>
            </p:cNvGraphicFramePr>
            <p:nvPr/>
          </p:nvGraphicFramePr>
          <p:xfrm>
            <a:off x="910" y="3212"/>
            <a:ext cx="470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520474" imgH="241195" progId="">
                    <p:embed/>
                  </p:oleObj>
                </mc:Choice>
                <mc:Fallback>
                  <p:oleObj name="Equation" r:id="rId17" imgW="520474" imgH="241195" progId="">
                    <p:embed/>
                    <p:pic>
                      <p:nvPicPr>
                        <p:cNvPr id="11281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10" y="3212"/>
                          <a:ext cx="470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8D3EE-C3A3-4295-8527-CDB3A41570BB}" type="slidenum">
              <a:rPr lang="pt-BR"/>
              <a:pPr>
                <a:defRPr/>
              </a:pPr>
              <a:t>65</a:t>
            </a:fld>
            <a:endParaRPr lang="pt-BR"/>
          </a:p>
        </p:txBody>
      </p:sp>
      <p:graphicFrame>
        <p:nvGraphicFramePr>
          <p:cNvPr id="33" name="Object 4"/>
          <p:cNvGraphicFramePr>
            <a:graphicFrameLocks noChangeAspect="1"/>
          </p:cNvGraphicFramePr>
          <p:nvPr/>
        </p:nvGraphicFramePr>
        <p:xfrm>
          <a:off x="3746748" y="3027863"/>
          <a:ext cx="125730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876240" imgH="203040" progId="">
                  <p:embed/>
                </p:oleObj>
              </mc:Choice>
              <mc:Fallback>
                <p:oleObj name="Equation" r:id="rId19" imgW="876240" imgH="203040" progId="">
                  <p:embed/>
                  <p:pic>
                    <p:nvPicPr>
                      <p:cNvPr id="3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6748" y="3027863"/>
                        <a:ext cx="1257300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4B309721-CBA5-A0B7-8F2D-082B7C88A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31" y="6597764"/>
            <a:ext cx="66967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*O conceito de “graus de liberdade” será discutido em 05InfEstat_EstimPontual (slide 42)</a:t>
            </a:r>
          </a:p>
        </p:txBody>
      </p:sp>
    </p:spTree>
    <p:extLst>
      <p:ext uri="{BB962C8B-B14F-4D97-AF65-F5344CB8AC3E}">
        <p14:creationId xmlns:p14="http://schemas.microsoft.com/office/powerpoint/2010/main" val="6130748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202" grpId="0" autoUpdateAnimBg="0"/>
      <p:bldP spid="136215" grpId="0" autoUpdateAnimBg="0"/>
      <p:bldP spid="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3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0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2292" name="Group 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2315" name="Freeform 7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6" name="Freeform 8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7" name="Freeform 9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8" name="Text Box 10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19" name="Text Box 11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2320" name="Object 12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232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2313" name="Object 1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2313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14" name="Line 1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2895600" y="1752600"/>
            <a:ext cx="5997575" cy="4800600"/>
            <a:chOff x="1824" y="1104"/>
            <a:chExt cx="3778" cy="3024"/>
          </a:xfrm>
        </p:grpSpPr>
        <p:sp>
          <p:nvSpPr>
            <p:cNvPr id="12309" name="Rectangle 17"/>
            <p:cNvSpPr>
              <a:spLocks noChangeArrowheads="1"/>
            </p:cNvSpPr>
            <p:nvPr/>
          </p:nvSpPr>
          <p:spPr bwMode="auto">
            <a:xfrm>
              <a:off x="2928" y="1104"/>
              <a:ext cx="2674" cy="3024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310" name="Group 18"/>
            <p:cNvGrpSpPr>
              <a:grpSpLocks/>
            </p:cNvGrpSpPr>
            <p:nvPr/>
          </p:nvGrpSpPr>
          <p:grpSpPr bwMode="auto">
            <a:xfrm>
              <a:off x="1824" y="2183"/>
              <a:ext cx="1096" cy="361"/>
              <a:chOff x="1824" y="2183"/>
              <a:chExt cx="1096" cy="361"/>
            </a:xfrm>
          </p:grpSpPr>
          <p:sp>
            <p:nvSpPr>
              <p:cNvPr id="12311" name="Oval 19"/>
              <p:cNvSpPr>
                <a:spLocks noChangeArrowheads="1"/>
              </p:cNvSpPr>
              <p:nvPr/>
            </p:nvSpPr>
            <p:spPr bwMode="auto">
              <a:xfrm>
                <a:off x="1824" y="2208"/>
                <a:ext cx="192" cy="336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312" name="Line 20"/>
              <p:cNvSpPr>
                <a:spLocks noChangeShapeType="1"/>
              </p:cNvSpPr>
              <p:nvPr/>
            </p:nvSpPr>
            <p:spPr bwMode="auto">
              <a:xfrm flipV="1">
                <a:off x="2016" y="2183"/>
                <a:ext cx="904" cy="184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140309" name="Object 21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4030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10" name="Object 22"/>
          <p:cNvGraphicFramePr>
            <a:graphicFrameLocks noChangeAspect="1"/>
          </p:cNvGraphicFramePr>
          <p:nvPr/>
        </p:nvGraphicFramePr>
        <p:xfrm>
          <a:off x="868363" y="4876800"/>
          <a:ext cx="1958975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4031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76800"/>
                        <a:ext cx="1958975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2571750" y="1590675"/>
            <a:ext cx="2063750" cy="4956175"/>
            <a:chOff x="1620" y="1002"/>
            <a:chExt cx="1300" cy="3122"/>
          </a:xfrm>
        </p:grpSpPr>
        <p:sp>
          <p:nvSpPr>
            <p:cNvPr id="12306" name="Oval 24"/>
            <p:cNvSpPr>
              <a:spLocks noChangeArrowheads="1"/>
            </p:cNvSpPr>
            <p:nvPr/>
          </p:nvSpPr>
          <p:spPr bwMode="auto">
            <a:xfrm>
              <a:off x="1620" y="235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Line 25"/>
            <p:cNvSpPr>
              <a:spLocks noChangeShapeType="1"/>
            </p:cNvSpPr>
            <p:nvPr/>
          </p:nvSpPr>
          <p:spPr bwMode="auto">
            <a:xfrm flipV="1">
              <a:off x="1716" y="2339"/>
              <a:ext cx="1008" cy="8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8" name="Rectangle 26"/>
            <p:cNvSpPr>
              <a:spLocks noChangeArrowheads="1"/>
            </p:cNvSpPr>
            <p:nvPr/>
          </p:nvSpPr>
          <p:spPr bwMode="auto">
            <a:xfrm>
              <a:off x="2736" y="1002"/>
              <a:ext cx="184" cy="312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37"/>
          <p:cNvGrpSpPr>
            <a:grpSpLocks/>
          </p:cNvGrpSpPr>
          <p:nvPr/>
        </p:nvGrpSpPr>
        <p:grpSpPr bwMode="auto">
          <a:xfrm>
            <a:off x="2003425" y="1595438"/>
            <a:ext cx="6889750" cy="1065212"/>
            <a:chOff x="1262" y="1005"/>
            <a:chExt cx="4340" cy="671"/>
          </a:xfrm>
        </p:grpSpPr>
        <p:sp>
          <p:nvSpPr>
            <p:cNvPr id="12304" name="Line 28"/>
            <p:cNvSpPr>
              <a:spLocks noChangeShapeType="1"/>
            </p:cNvSpPr>
            <p:nvPr/>
          </p:nvSpPr>
          <p:spPr bwMode="auto">
            <a:xfrm flipV="1">
              <a:off x="1262" y="1059"/>
              <a:ext cx="1652" cy="6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Rectangle 29"/>
            <p:cNvSpPr>
              <a:spLocks noChangeArrowheads="1"/>
            </p:cNvSpPr>
            <p:nvPr/>
          </p:nvSpPr>
          <p:spPr bwMode="auto">
            <a:xfrm>
              <a:off x="2920" y="1005"/>
              <a:ext cx="2682" cy="10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0318" name="AutoShape 30"/>
          <p:cNvSpPr>
            <a:spLocks noChangeArrowheads="1"/>
          </p:cNvSpPr>
          <p:nvPr/>
        </p:nvSpPr>
        <p:spPr bwMode="auto">
          <a:xfrm>
            <a:off x="3781425" y="28606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19" name="Rectangle 31"/>
          <p:cNvSpPr>
            <a:spLocks noChangeArrowheads="1"/>
          </p:cNvSpPr>
          <p:nvPr/>
        </p:nvSpPr>
        <p:spPr bwMode="auto">
          <a:xfrm>
            <a:off x="7773988" y="2911475"/>
            <a:ext cx="271462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0" name="AutoShape 32"/>
          <p:cNvSpPr>
            <a:spLocks noChangeArrowheads="1"/>
          </p:cNvSpPr>
          <p:nvPr/>
        </p:nvSpPr>
        <p:spPr bwMode="auto">
          <a:xfrm rot="-5400000">
            <a:off x="7608888" y="22510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1" name="Rectangle 33"/>
          <p:cNvSpPr>
            <a:spLocks noChangeArrowheads="1"/>
          </p:cNvSpPr>
          <p:nvPr/>
        </p:nvSpPr>
        <p:spPr bwMode="auto">
          <a:xfrm>
            <a:off x="77565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FA1C6B-920C-4858-A0CC-8D38BEB5B5DB}" type="slidenum">
              <a:rPr lang="pt-BR"/>
              <a:pPr>
                <a:defRPr/>
              </a:pPr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8434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0318" grpId="0" animBg="1"/>
      <p:bldP spid="140319" grpId="0" animBg="1"/>
      <p:bldP spid="140320" grpId="0" animBg="1"/>
      <p:bldP spid="1403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6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7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3316" name="Group 4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3329" name="Freeform 29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24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25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26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27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3334" name="Object 33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3334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3317" name="Group 56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3327" name="Object 3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3327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3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3318" name="Object 43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3318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45"/>
          <p:cNvGraphicFramePr>
            <a:graphicFrameLocks noChangeAspect="1"/>
          </p:cNvGraphicFramePr>
          <p:nvPr/>
        </p:nvGraphicFramePr>
        <p:xfrm>
          <a:off x="868363" y="4833938"/>
          <a:ext cx="19589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331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33938"/>
                        <a:ext cx="19589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74" name="AutoShape 58"/>
          <p:cNvSpPr>
            <a:spLocks noChangeArrowheads="1"/>
          </p:cNvSpPr>
          <p:nvPr/>
        </p:nvSpPr>
        <p:spPr bwMode="auto">
          <a:xfrm>
            <a:off x="3781425" y="35004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5" name="Rectangle 59"/>
          <p:cNvSpPr>
            <a:spLocks noChangeArrowheads="1"/>
          </p:cNvSpPr>
          <p:nvPr/>
        </p:nvSpPr>
        <p:spPr bwMode="auto">
          <a:xfrm>
            <a:off x="6918325" y="3538538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6" name="AutoShape 60"/>
          <p:cNvSpPr>
            <a:spLocks noChangeArrowheads="1"/>
          </p:cNvSpPr>
          <p:nvPr/>
        </p:nvSpPr>
        <p:spPr bwMode="auto">
          <a:xfrm rot="5400000" flipV="1">
            <a:off x="6745288" y="25844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7" name="Rectangle 61"/>
          <p:cNvSpPr>
            <a:spLocks noChangeArrowheads="1"/>
          </p:cNvSpPr>
          <p:nvPr/>
        </p:nvSpPr>
        <p:spPr bwMode="auto">
          <a:xfrm>
            <a:off x="68929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4" name="Object 62"/>
          <p:cNvGraphicFramePr>
            <a:graphicFrameLocks noChangeAspect="1"/>
          </p:cNvGraphicFramePr>
          <p:nvPr/>
        </p:nvGraphicFramePr>
        <p:xfrm>
          <a:off x="868363" y="5291138"/>
          <a:ext cx="14700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028254" imgH="241195" progId="">
                  <p:embed/>
                </p:oleObj>
              </mc:Choice>
              <mc:Fallback>
                <p:oleObj name="Equation" r:id="rId11" imgW="1028254" imgH="241195" progId="">
                  <p:embed/>
                  <p:pic>
                    <p:nvPicPr>
                      <p:cNvPr id="13324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291138"/>
                        <a:ext cx="147002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7279" name="Object 63"/>
          <p:cNvGraphicFramePr>
            <a:graphicFrameLocks noChangeAspect="1"/>
          </p:cNvGraphicFramePr>
          <p:nvPr/>
        </p:nvGraphicFramePr>
        <p:xfrm>
          <a:off x="868363" y="5748338"/>
          <a:ext cx="17430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218671" imgH="241195" progId="">
                  <p:embed/>
                </p:oleObj>
              </mc:Choice>
              <mc:Fallback>
                <p:oleObj name="Equation" r:id="rId13" imgW="1218671" imgH="241195" progId="">
                  <p:embed/>
                  <p:pic>
                    <p:nvPicPr>
                      <p:cNvPr id="137279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748338"/>
                        <a:ext cx="17430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3261237-D022-413B-B8C3-A7D36136AC52}" type="slidenum">
              <a:rPr lang="pt-BR"/>
              <a:pPr>
                <a:defRPr/>
              </a:pPr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79988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74" grpId="0" animBg="1"/>
      <p:bldP spid="137275" grpId="0" animBg="1"/>
      <p:bldP spid="137276" grpId="0" animBg="1"/>
      <p:bldP spid="13727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</a:endParaRPr>
          </a:p>
        </p:txBody>
      </p:sp>
      <p:graphicFrame>
        <p:nvGraphicFramePr>
          <p:cNvPr id="142340" name="Object 4"/>
          <p:cNvGraphicFramePr>
            <a:graphicFrameLocks noChangeAspect="1"/>
          </p:cNvGraphicFramePr>
          <p:nvPr/>
        </p:nvGraphicFramePr>
        <p:xfrm>
          <a:off x="914400" y="2505472"/>
          <a:ext cx="4462463" cy="733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11500" imgH="508000" progId="">
                  <p:embed/>
                </p:oleObj>
              </mc:Choice>
              <mc:Fallback>
                <p:oleObj name="Equation" r:id="rId2" imgW="3111500" imgH="508000" progId="">
                  <p:embed/>
                  <p:pic>
                    <p:nvPicPr>
                      <p:cNvPr id="1423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505472"/>
                        <a:ext cx="4462463" cy="733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1" name="Object 5"/>
          <p:cNvGraphicFramePr>
            <a:graphicFrameLocks noChangeAspect="1"/>
          </p:cNvGraphicFramePr>
          <p:nvPr/>
        </p:nvGraphicFramePr>
        <p:xfrm>
          <a:off x="950913" y="3590752"/>
          <a:ext cx="8905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22030" imgH="203112" progId="">
                  <p:embed/>
                </p:oleObj>
              </mc:Choice>
              <mc:Fallback>
                <p:oleObj name="Equation" r:id="rId4" imgW="622030" imgH="203112" progId="">
                  <p:embed/>
                  <p:pic>
                    <p:nvPicPr>
                      <p:cNvPr id="14234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590752"/>
                        <a:ext cx="890587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2" name="Object 6"/>
          <p:cNvGraphicFramePr>
            <a:graphicFrameLocks noChangeAspect="1"/>
          </p:cNvGraphicFramePr>
          <p:nvPr/>
        </p:nvGraphicFramePr>
        <p:xfrm>
          <a:off x="950913" y="3754265"/>
          <a:ext cx="1435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418918" progId="">
                  <p:embed/>
                </p:oleObj>
              </mc:Choice>
              <mc:Fallback>
                <p:oleObj name="Equation" r:id="rId6" imgW="1002865" imgH="418918" progId="">
                  <p:embed/>
                  <p:pic>
                    <p:nvPicPr>
                      <p:cNvPr id="14234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54265"/>
                        <a:ext cx="1435100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2462213" y="3590752"/>
            <a:ext cx="890587" cy="609600"/>
            <a:chOff x="1392" y="1920"/>
            <a:chExt cx="561" cy="384"/>
          </a:xfrm>
        </p:grpSpPr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1392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0510" name="Object 9"/>
            <p:cNvGraphicFramePr>
              <a:graphicFrameLocks noChangeAspect="1"/>
            </p:cNvGraphicFramePr>
            <p:nvPr/>
          </p:nvGraphicFramePr>
          <p:xfrm>
            <a:off x="1564" y="2011"/>
            <a:ext cx="389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31613" imgH="241195" progId="">
                    <p:embed/>
                  </p:oleObj>
                </mc:Choice>
                <mc:Fallback>
                  <p:oleObj name="Equation" r:id="rId8" imgW="431613" imgH="241195" progId="">
                    <p:embed/>
                    <p:pic>
                      <p:nvPicPr>
                        <p:cNvPr id="20510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4" y="2011"/>
                          <a:ext cx="389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2346" name="Text Box 10"/>
          <p:cNvSpPr txBox="1">
            <a:spLocks noChangeArrowheads="1"/>
          </p:cNvSpPr>
          <p:nvPr/>
        </p:nvSpPr>
        <p:spPr bwMode="auto">
          <a:xfrm>
            <a:off x="3489325" y="3655840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t de </a:t>
            </a:r>
            <a:r>
              <a:rPr lang="pt-BR" altLang="pt-BR" sz="1600" i="1" dirty="0" err="1">
                <a:latin typeface="Times New Roman" charset="0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522342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42362" name="Object 26"/>
          <p:cNvGraphicFramePr>
            <a:graphicFrameLocks noChangeAspect="1"/>
          </p:cNvGraphicFramePr>
          <p:nvPr/>
        </p:nvGraphicFramePr>
        <p:xfrm>
          <a:off x="4122738" y="4773167"/>
          <a:ext cx="854075" cy="950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96900" imgH="660400" progId="">
                  <p:embed/>
                </p:oleObj>
              </mc:Choice>
              <mc:Fallback>
                <p:oleObj name="Equation" r:id="rId10" imgW="596900" imgH="660400" progId="">
                  <p:embed/>
                  <p:pic>
                    <p:nvPicPr>
                      <p:cNvPr id="14236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4773167"/>
                        <a:ext cx="854075" cy="950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42"/>
          <p:cNvGrpSpPr>
            <a:grpSpLocks/>
          </p:cNvGrpSpPr>
          <p:nvPr/>
        </p:nvGrpSpPr>
        <p:grpSpPr bwMode="auto">
          <a:xfrm>
            <a:off x="5943600" y="2276872"/>
            <a:ext cx="1981200" cy="1385888"/>
            <a:chOff x="3840" y="2448"/>
            <a:chExt cx="1248" cy="873"/>
          </a:xfrm>
        </p:grpSpPr>
        <p:sp>
          <p:nvSpPr>
            <p:cNvPr id="20503" name="Text Box 22"/>
            <p:cNvSpPr txBox="1">
              <a:spLocks noChangeArrowheads="1"/>
            </p:cNvSpPr>
            <p:nvPr/>
          </p:nvSpPr>
          <p:spPr bwMode="auto">
            <a:xfrm>
              <a:off x="4608" y="2448"/>
              <a:ext cx="1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t</a:t>
              </a:r>
              <a:r>
                <a:rPr lang="pt-BR" altLang="pt-BR" sz="1600" i="1" baseline="-25000">
                  <a:latin typeface="Times New Roman" charset="0"/>
                </a:rPr>
                <a:t>g</a:t>
              </a:r>
              <a:endParaRPr lang="pt-BR" altLang="pt-BR" sz="1600" baseline="-25000">
                <a:latin typeface="Times New Roman" charset="0"/>
              </a:endParaRPr>
            </a:p>
          </p:txBody>
        </p:sp>
        <p:sp>
          <p:nvSpPr>
            <p:cNvPr id="20504" name="Text Box 35"/>
            <p:cNvSpPr txBox="1">
              <a:spLocks noChangeArrowheads="1"/>
            </p:cNvSpPr>
            <p:nvPr/>
          </p:nvSpPr>
          <p:spPr bwMode="auto">
            <a:xfrm>
              <a:off x="3840" y="3058"/>
              <a:ext cx="26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-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5" name="Text Box 36"/>
            <p:cNvSpPr txBox="1">
              <a:spLocks noChangeArrowheads="1"/>
            </p:cNvSpPr>
            <p:nvPr/>
          </p:nvSpPr>
          <p:spPr bwMode="auto">
            <a:xfrm>
              <a:off x="4788" y="306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6" name="Text Box 37"/>
            <p:cNvSpPr txBox="1">
              <a:spLocks noChangeArrowheads="1"/>
            </p:cNvSpPr>
            <p:nvPr/>
          </p:nvSpPr>
          <p:spPr bwMode="auto">
            <a:xfrm>
              <a:off x="4366" y="310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20507" name="Line 38"/>
            <p:cNvSpPr>
              <a:spLocks noChangeShapeType="1"/>
            </p:cNvSpPr>
            <p:nvPr/>
          </p:nvSpPr>
          <p:spPr bwMode="auto">
            <a:xfrm>
              <a:off x="3904" y="3104"/>
              <a:ext cx="110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8" name="Freeform 41"/>
            <p:cNvSpPr>
              <a:spLocks/>
            </p:cNvSpPr>
            <p:nvPr/>
          </p:nvSpPr>
          <p:spPr bwMode="auto">
            <a:xfrm>
              <a:off x="3984" y="2508"/>
              <a:ext cx="950" cy="590"/>
            </a:xfrm>
            <a:custGeom>
              <a:avLst/>
              <a:gdLst>
                <a:gd name="T0" fmla="*/ 0 w 950"/>
                <a:gd name="T1" fmla="*/ 590 h 590"/>
                <a:gd name="T2" fmla="*/ 46 w 950"/>
                <a:gd name="T3" fmla="*/ 588 h 590"/>
                <a:gd name="T4" fmla="*/ 94 w 950"/>
                <a:gd name="T5" fmla="*/ 583 h 590"/>
                <a:gd name="T6" fmla="*/ 134 w 950"/>
                <a:gd name="T7" fmla="*/ 569 h 590"/>
                <a:gd name="T8" fmla="*/ 168 w 950"/>
                <a:gd name="T9" fmla="*/ 547 h 590"/>
                <a:gd name="T10" fmla="*/ 194 w 950"/>
                <a:gd name="T11" fmla="*/ 521 h 590"/>
                <a:gd name="T12" fmla="*/ 230 w 950"/>
                <a:gd name="T13" fmla="*/ 480 h 590"/>
                <a:gd name="T14" fmla="*/ 264 w 950"/>
                <a:gd name="T15" fmla="*/ 420 h 590"/>
                <a:gd name="T16" fmla="*/ 298 w 950"/>
                <a:gd name="T17" fmla="*/ 348 h 590"/>
                <a:gd name="T18" fmla="*/ 338 w 950"/>
                <a:gd name="T19" fmla="*/ 238 h 590"/>
                <a:gd name="T20" fmla="*/ 377 w 950"/>
                <a:gd name="T21" fmla="*/ 142 h 590"/>
                <a:gd name="T22" fmla="*/ 406 w 950"/>
                <a:gd name="T23" fmla="*/ 79 h 590"/>
                <a:gd name="T24" fmla="*/ 427 w 950"/>
                <a:gd name="T25" fmla="*/ 41 h 590"/>
                <a:gd name="T26" fmla="*/ 449 w 950"/>
                <a:gd name="T27" fmla="*/ 12 h 590"/>
                <a:gd name="T28" fmla="*/ 468 w 950"/>
                <a:gd name="T29" fmla="*/ 2 h 590"/>
                <a:gd name="T30" fmla="*/ 490 w 950"/>
                <a:gd name="T31" fmla="*/ 0 h 590"/>
                <a:gd name="T32" fmla="*/ 518 w 950"/>
                <a:gd name="T33" fmla="*/ 24 h 590"/>
                <a:gd name="T34" fmla="*/ 540 w 950"/>
                <a:gd name="T35" fmla="*/ 53 h 590"/>
                <a:gd name="T36" fmla="*/ 559 w 950"/>
                <a:gd name="T37" fmla="*/ 98 h 590"/>
                <a:gd name="T38" fmla="*/ 590 w 950"/>
                <a:gd name="T39" fmla="*/ 166 h 590"/>
                <a:gd name="T40" fmla="*/ 617 w 950"/>
                <a:gd name="T41" fmla="*/ 238 h 590"/>
                <a:gd name="T42" fmla="*/ 658 w 950"/>
                <a:gd name="T43" fmla="*/ 346 h 590"/>
                <a:gd name="T44" fmla="*/ 701 w 950"/>
                <a:gd name="T45" fmla="*/ 439 h 590"/>
                <a:gd name="T46" fmla="*/ 734 w 950"/>
                <a:gd name="T47" fmla="*/ 490 h 590"/>
                <a:gd name="T48" fmla="*/ 770 w 950"/>
                <a:gd name="T49" fmla="*/ 530 h 590"/>
                <a:gd name="T50" fmla="*/ 814 w 950"/>
                <a:gd name="T51" fmla="*/ 559 h 590"/>
                <a:gd name="T52" fmla="*/ 854 w 950"/>
                <a:gd name="T53" fmla="*/ 578 h 590"/>
                <a:gd name="T54" fmla="*/ 900 w 950"/>
                <a:gd name="T55" fmla="*/ 586 h 590"/>
                <a:gd name="T56" fmla="*/ 950 w 950"/>
                <a:gd name="T57" fmla="*/ 588 h 590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950"/>
                <a:gd name="T88" fmla="*/ 0 h 590"/>
                <a:gd name="T89" fmla="*/ 950 w 950"/>
                <a:gd name="T90" fmla="*/ 590 h 590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950" h="590">
                  <a:moveTo>
                    <a:pt x="0" y="590"/>
                  </a:moveTo>
                  <a:lnTo>
                    <a:pt x="46" y="588"/>
                  </a:lnTo>
                  <a:lnTo>
                    <a:pt x="94" y="583"/>
                  </a:lnTo>
                  <a:lnTo>
                    <a:pt x="134" y="569"/>
                  </a:lnTo>
                  <a:lnTo>
                    <a:pt x="168" y="547"/>
                  </a:lnTo>
                  <a:lnTo>
                    <a:pt x="194" y="521"/>
                  </a:lnTo>
                  <a:lnTo>
                    <a:pt x="230" y="480"/>
                  </a:lnTo>
                  <a:lnTo>
                    <a:pt x="264" y="420"/>
                  </a:lnTo>
                  <a:lnTo>
                    <a:pt x="298" y="348"/>
                  </a:lnTo>
                  <a:lnTo>
                    <a:pt x="338" y="238"/>
                  </a:lnTo>
                  <a:lnTo>
                    <a:pt x="377" y="142"/>
                  </a:lnTo>
                  <a:lnTo>
                    <a:pt x="406" y="79"/>
                  </a:lnTo>
                  <a:lnTo>
                    <a:pt x="427" y="41"/>
                  </a:lnTo>
                  <a:lnTo>
                    <a:pt x="449" y="12"/>
                  </a:lnTo>
                  <a:lnTo>
                    <a:pt x="468" y="2"/>
                  </a:lnTo>
                  <a:lnTo>
                    <a:pt x="490" y="0"/>
                  </a:lnTo>
                  <a:lnTo>
                    <a:pt x="518" y="24"/>
                  </a:lnTo>
                  <a:lnTo>
                    <a:pt x="540" y="53"/>
                  </a:lnTo>
                  <a:lnTo>
                    <a:pt x="559" y="98"/>
                  </a:lnTo>
                  <a:lnTo>
                    <a:pt x="590" y="166"/>
                  </a:lnTo>
                  <a:lnTo>
                    <a:pt x="617" y="238"/>
                  </a:lnTo>
                  <a:lnTo>
                    <a:pt x="658" y="346"/>
                  </a:lnTo>
                  <a:lnTo>
                    <a:pt x="701" y="439"/>
                  </a:lnTo>
                  <a:lnTo>
                    <a:pt x="734" y="490"/>
                  </a:lnTo>
                  <a:lnTo>
                    <a:pt x="770" y="530"/>
                  </a:lnTo>
                  <a:lnTo>
                    <a:pt x="814" y="559"/>
                  </a:lnTo>
                  <a:lnTo>
                    <a:pt x="854" y="578"/>
                  </a:lnTo>
                  <a:lnTo>
                    <a:pt x="900" y="586"/>
                  </a:lnTo>
                  <a:lnTo>
                    <a:pt x="950" y="588"/>
                  </a:ln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825500" y="4889054"/>
            <a:ext cx="3282950" cy="374650"/>
            <a:chOff x="520" y="3008"/>
            <a:chExt cx="2068" cy="236"/>
          </a:xfrm>
        </p:grpSpPr>
        <p:sp>
          <p:nvSpPr>
            <p:cNvPr id="20498" name="Text Box 25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20499" name="Object 27"/>
            <p:cNvGraphicFramePr>
              <a:graphicFrameLocks noChangeAspect="1"/>
            </p:cNvGraphicFramePr>
            <p:nvPr/>
          </p:nvGraphicFramePr>
          <p:xfrm>
            <a:off x="894" y="3034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23586" imgH="203112" progId="">
                    <p:embed/>
                  </p:oleObj>
                </mc:Choice>
                <mc:Fallback>
                  <p:oleObj name="Equation" r:id="rId12" imgW="723586" imgH="203112" progId="">
                    <p:embed/>
                    <p:pic>
                      <p:nvPicPr>
                        <p:cNvPr id="20499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3034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500" name="Object 44"/>
            <p:cNvGraphicFramePr>
              <a:graphicFrameLocks noChangeAspect="1"/>
            </p:cNvGraphicFramePr>
            <p:nvPr/>
          </p:nvGraphicFramePr>
          <p:xfrm>
            <a:off x="1710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494870" imgH="253780" progId="">
                    <p:embed/>
                  </p:oleObj>
                </mc:Choice>
                <mc:Fallback>
                  <p:oleObj name="Equation" r:id="rId14" imgW="494870" imgH="253780" progId="">
                    <p:embed/>
                    <p:pic>
                      <p:nvPicPr>
                        <p:cNvPr id="2050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0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01" name="Text Box 45"/>
            <p:cNvSpPr txBox="1">
              <a:spLocks noChangeArrowheads="1"/>
            </p:cNvSpPr>
            <p:nvPr/>
          </p:nvSpPr>
          <p:spPr bwMode="auto">
            <a:xfrm>
              <a:off x="152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20502" name="Text Box 46"/>
            <p:cNvSpPr txBox="1">
              <a:spLocks noChangeArrowheads="1"/>
            </p:cNvSpPr>
            <p:nvPr/>
          </p:nvSpPr>
          <p:spPr bwMode="auto">
            <a:xfrm>
              <a:off x="214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5" name="Group 55"/>
          <p:cNvGrpSpPr>
            <a:grpSpLocks/>
          </p:cNvGrpSpPr>
          <p:nvPr/>
        </p:nvGrpSpPr>
        <p:grpSpPr bwMode="auto">
          <a:xfrm>
            <a:off x="825500" y="5664448"/>
            <a:ext cx="2003425" cy="336550"/>
            <a:chOff x="576" y="3648"/>
            <a:chExt cx="1262" cy="212"/>
          </a:xfrm>
        </p:grpSpPr>
        <p:sp>
          <p:nvSpPr>
            <p:cNvPr id="20495" name="Text Box 50"/>
            <p:cNvSpPr txBox="1">
              <a:spLocks noChangeArrowheads="1"/>
            </p:cNvSpPr>
            <p:nvPr/>
          </p:nvSpPr>
          <p:spPr bwMode="auto">
            <a:xfrm>
              <a:off x="576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20496" name="Object 51"/>
            <p:cNvGraphicFramePr>
              <a:graphicFrameLocks noChangeAspect="1"/>
            </p:cNvGraphicFramePr>
            <p:nvPr/>
          </p:nvGraphicFramePr>
          <p:xfrm>
            <a:off x="960" y="3685"/>
            <a:ext cx="424" cy="1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469696" imgH="177723" progId="">
                    <p:embed/>
                  </p:oleObj>
                </mc:Choice>
                <mc:Fallback>
                  <p:oleObj name="Equation" r:id="rId16" imgW="469696" imgH="177723" progId="">
                    <p:embed/>
                    <p:pic>
                      <p:nvPicPr>
                        <p:cNvPr id="2049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60" y="3685"/>
                          <a:ext cx="424" cy="16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7" name="Text Box 54"/>
            <p:cNvSpPr txBox="1">
              <a:spLocks noChangeArrowheads="1"/>
            </p:cNvSpPr>
            <p:nvPr/>
          </p:nvSpPr>
          <p:spPr bwMode="auto">
            <a:xfrm>
              <a:off x="1392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aphicFrame>
        <p:nvGraphicFramePr>
          <p:cNvPr id="142392" name="Object 56"/>
          <p:cNvGraphicFramePr>
            <a:graphicFrameLocks noChangeAspect="1"/>
          </p:cNvGraphicFramePr>
          <p:nvPr/>
        </p:nvGraphicFramePr>
        <p:xfrm>
          <a:off x="2855913" y="5664448"/>
          <a:ext cx="112553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87400" imgH="241300" progId="">
                  <p:embed/>
                </p:oleObj>
              </mc:Choice>
              <mc:Fallback>
                <p:oleObj name="Equation" r:id="rId18" imgW="787400" imgH="241300" progId="">
                  <p:embed/>
                  <p:pic>
                    <p:nvPicPr>
                      <p:cNvPr id="142392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5913" y="5664448"/>
                        <a:ext cx="112553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68</a:t>
            </a:fld>
            <a:endParaRPr lang="pt-BR"/>
          </a:p>
        </p:txBody>
      </p:sp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240213" y="3064272"/>
          <a:ext cx="12557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76240" imgH="203040" progId="">
                  <p:embed/>
                </p:oleObj>
              </mc:Choice>
              <mc:Fallback>
                <p:oleObj name="Equation" r:id="rId20" imgW="876240" imgH="20304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0213" y="3064272"/>
                        <a:ext cx="1255712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t de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</p:spTree>
    <p:extLst>
      <p:ext uri="{BB962C8B-B14F-4D97-AF65-F5344CB8AC3E}">
        <p14:creationId xmlns:p14="http://schemas.microsoft.com/office/powerpoint/2010/main" val="71976356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46" grpId="0" autoUpdateAnimBg="0"/>
      <p:bldP spid="142359" grpId="0" autoUpdateAnimBg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21507" name="Picture 4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6" t="9618" r="18376" b="11877"/>
          <a:stretch>
            <a:fillRect/>
          </a:stretch>
        </p:blipFill>
        <p:spPr bwMode="auto">
          <a:xfrm>
            <a:off x="1306513" y="1600200"/>
            <a:ext cx="2506662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Freeform 43" descr="Diagonal para cima clara"/>
          <p:cNvSpPr>
            <a:spLocks/>
          </p:cNvSpPr>
          <p:nvPr/>
        </p:nvSpPr>
        <p:spPr bwMode="auto">
          <a:xfrm>
            <a:off x="3067050" y="2327275"/>
            <a:ext cx="525463" cy="301625"/>
          </a:xfrm>
          <a:custGeom>
            <a:avLst/>
            <a:gdLst>
              <a:gd name="T0" fmla="*/ 0 w 331"/>
              <a:gd name="T1" fmla="*/ 2147483647 h 190"/>
              <a:gd name="T2" fmla="*/ 0 w 331"/>
              <a:gd name="T3" fmla="*/ 0 h 190"/>
              <a:gd name="T4" fmla="*/ 2147483647 w 331"/>
              <a:gd name="T5" fmla="*/ 2147483647 h 190"/>
              <a:gd name="T6" fmla="*/ 2147483647 w 331"/>
              <a:gd name="T7" fmla="*/ 2147483647 h 190"/>
              <a:gd name="T8" fmla="*/ 2147483647 w 331"/>
              <a:gd name="T9" fmla="*/ 2147483647 h 190"/>
              <a:gd name="T10" fmla="*/ 2147483647 w 331"/>
              <a:gd name="T11" fmla="*/ 2147483647 h 190"/>
              <a:gd name="T12" fmla="*/ 2147483647 w 331"/>
              <a:gd name="T13" fmla="*/ 2147483647 h 190"/>
              <a:gd name="T14" fmla="*/ 2147483647 w 331"/>
              <a:gd name="T15" fmla="*/ 2147483647 h 190"/>
              <a:gd name="T16" fmla="*/ 2147483647 w 331"/>
              <a:gd name="T17" fmla="*/ 2147483647 h 190"/>
              <a:gd name="T18" fmla="*/ 2147483647 w 331"/>
              <a:gd name="T19" fmla="*/ 2147483647 h 190"/>
              <a:gd name="T20" fmla="*/ 2147483647 w 331"/>
              <a:gd name="T21" fmla="*/ 2147483647 h 190"/>
              <a:gd name="T22" fmla="*/ 0 w 331"/>
              <a:gd name="T23" fmla="*/ 2147483647 h 19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331"/>
              <a:gd name="T37" fmla="*/ 0 h 190"/>
              <a:gd name="T38" fmla="*/ 331 w 331"/>
              <a:gd name="T39" fmla="*/ 190 h 19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331" h="190">
                <a:moveTo>
                  <a:pt x="0" y="190"/>
                </a:moveTo>
                <a:lnTo>
                  <a:pt x="0" y="0"/>
                </a:lnTo>
                <a:lnTo>
                  <a:pt x="24" y="36"/>
                </a:lnTo>
                <a:lnTo>
                  <a:pt x="53" y="77"/>
                </a:lnTo>
                <a:lnTo>
                  <a:pt x="77" y="104"/>
                </a:lnTo>
                <a:lnTo>
                  <a:pt x="108" y="123"/>
                </a:lnTo>
                <a:lnTo>
                  <a:pt x="137" y="144"/>
                </a:lnTo>
                <a:lnTo>
                  <a:pt x="173" y="159"/>
                </a:lnTo>
                <a:lnTo>
                  <a:pt x="221" y="176"/>
                </a:lnTo>
                <a:lnTo>
                  <a:pt x="269" y="183"/>
                </a:lnTo>
                <a:lnTo>
                  <a:pt x="331" y="190"/>
                </a:lnTo>
                <a:lnTo>
                  <a:pt x="0" y="190"/>
                </a:lnTo>
                <a:close/>
              </a:path>
            </a:pathLst>
          </a:custGeom>
          <a:pattFill prst="ltUpDiag">
            <a:fgClr>
              <a:schemeClr val="tx1"/>
            </a:fgClr>
            <a:bgClr>
              <a:schemeClr val="bg1"/>
            </a:bgClr>
          </a:pattFill>
          <a:ln w="317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09" name="Text Box 44"/>
          <p:cNvSpPr txBox="1">
            <a:spLocks noChangeArrowheads="1"/>
          </p:cNvSpPr>
          <p:nvPr/>
        </p:nvSpPr>
        <p:spPr bwMode="auto">
          <a:xfrm>
            <a:off x="1219200" y="2551113"/>
            <a:ext cx="396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-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0" name="Text Box 45"/>
          <p:cNvSpPr txBox="1">
            <a:spLocks noChangeArrowheads="1"/>
          </p:cNvSpPr>
          <p:nvPr/>
        </p:nvSpPr>
        <p:spPr bwMode="auto">
          <a:xfrm>
            <a:off x="3475038" y="2551113"/>
            <a:ext cx="4429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+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1" name="Text Box 46"/>
          <p:cNvSpPr txBox="1">
            <a:spLocks noChangeArrowheads="1"/>
          </p:cNvSpPr>
          <p:nvPr/>
        </p:nvSpPr>
        <p:spPr bwMode="auto">
          <a:xfrm>
            <a:off x="2435225" y="25511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0</a:t>
            </a:r>
          </a:p>
        </p:txBody>
      </p:sp>
      <p:sp>
        <p:nvSpPr>
          <p:cNvPr id="21512" name="Text Box 47"/>
          <p:cNvSpPr txBox="1">
            <a:spLocks noChangeArrowheads="1"/>
          </p:cNvSpPr>
          <p:nvPr/>
        </p:nvSpPr>
        <p:spPr bwMode="auto">
          <a:xfrm>
            <a:off x="2932113" y="2551113"/>
            <a:ext cx="241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t</a:t>
            </a:r>
          </a:p>
        </p:txBody>
      </p:sp>
      <p:grpSp>
        <p:nvGrpSpPr>
          <p:cNvPr id="2" name="Group 82"/>
          <p:cNvGrpSpPr>
            <a:grpSpLocks/>
          </p:cNvGrpSpPr>
          <p:nvPr/>
        </p:nvGrpSpPr>
        <p:grpSpPr bwMode="auto">
          <a:xfrm>
            <a:off x="2444750" y="2514600"/>
            <a:ext cx="852488" cy="1017588"/>
            <a:chOff x="1540" y="1584"/>
            <a:chExt cx="537" cy="641"/>
          </a:xfrm>
        </p:grpSpPr>
        <p:graphicFrame>
          <p:nvGraphicFramePr>
            <p:cNvPr id="21534" name="Object 49"/>
            <p:cNvGraphicFramePr>
              <a:graphicFrameLocks noChangeAspect="1"/>
            </p:cNvGraphicFramePr>
            <p:nvPr/>
          </p:nvGraphicFramePr>
          <p:xfrm>
            <a:off x="1540" y="2006"/>
            <a:ext cx="537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596900" imgH="241300" progId="">
                    <p:embed/>
                  </p:oleObj>
                </mc:Choice>
                <mc:Fallback>
                  <p:oleObj name="Equation" r:id="rId3" imgW="596900" imgH="241300" progId="">
                    <p:embed/>
                    <p:pic>
                      <p:nvPicPr>
                        <p:cNvPr id="21534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40" y="2006"/>
                          <a:ext cx="537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35" name="Line 52"/>
            <p:cNvSpPr>
              <a:spLocks noChangeShapeType="1"/>
            </p:cNvSpPr>
            <p:nvPr/>
          </p:nvSpPr>
          <p:spPr bwMode="auto">
            <a:xfrm flipH="1">
              <a:off x="1728" y="1584"/>
              <a:ext cx="240" cy="38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pic>
        <p:nvPicPr>
          <p:cNvPr id="21514" name="Picture 5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2" r="28639"/>
          <a:stretch>
            <a:fillRect/>
          </a:stretch>
        </p:blipFill>
        <p:spPr bwMode="auto">
          <a:xfrm>
            <a:off x="5105400" y="1371600"/>
            <a:ext cx="2362200" cy="548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oup 72"/>
          <p:cNvGrpSpPr>
            <a:grpSpLocks/>
          </p:cNvGrpSpPr>
          <p:nvPr/>
        </p:nvGrpSpPr>
        <p:grpSpPr bwMode="auto">
          <a:xfrm>
            <a:off x="3016250" y="1530350"/>
            <a:ext cx="4365625" cy="5141913"/>
            <a:chOff x="1900" y="964"/>
            <a:chExt cx="2750" cy="3239"/>
          </a:xfrm>
        </p:grpSpPr>
        <p:sp>
          <p:nvSpPr>
            <p:cNvPr id="21530" name="Rectangle 59"/>
            <p:cNvSpPr>
              <a:spLocks noChangeArrowheads="1"/>
            </p:cNvSpPr>
            <p:nvPr/>
          </p:nvSpPr>
          <p:spPr bwMode="auto">
            <a:xfrm>
              <a:off x="3418" y="964"/>
              <a:ext cx="1232" cy="323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31" name="Group 71"/>
            <p:cNvGrpSpPr>
              <a:grpSpLocks/>
            </p:cNvGrpSpPr>
            <p:nvPr/>
          </p:nvGrpSpPr>
          <p:grpSpPr bwMode="auto">
            <a:xfrm>
              <a:off x="1900" y="1993"/>
              <a:ext cx="1508" cy="215"/>
              <a:chOff x="1900" y="1993"/>
              <a:chExt cx="1508" cy="215"/>
            </a:xfrm>
          </p:grpSpPr>
          <p:sp>
            <p:nvSpPr>
              <p:cNvPr id="21532" name="Oval 61"/>
              <p:cNvSpPr>
                <a:spLocks noChangeArrowheads="1"/>
              </p:cNvSpPr>
              <p:nvPr/>
            </p:nvSpPr>
            <p:spPr bwMode="auto">
              <a:xfrm>
                <a:off x="1900" y="1993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33" name="Line 62"/>
              <p:cNvSpPr>
                <a:spLocks noChangeShapeType="1"/>
              </p:cNvSpPr>
              <p:nvPr/>
            </p:nvSpPr>
            <p:spPr bwMode="auto">
              <a:xfrm flipV="1">
                <a:off x="2044" y="2064"/>
                <a:ext cx="1364" cy="40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3124200" y="1371600"/>
            <a:ext cx="4191000" cy="1143000"/>
            <a:chOff x="1968" y="864"/>
            <a:chExt cx="2640" cy="720"/>
          </a:xfrm>
        </p:grpSpPr>
        <p:sp>
          <p:nvSpPr>
            <p:cNvPr id="21528" name="Line 64"/>
            <p:cNvSpPr>
              <a:spLocks noChangeShapeType="1"/>
            </p:cNvSpPr>
            <p:nvPr/>
          </p:nvSpPr>
          <p:spPr bwMode="auto">
            <a:xfrm flipV="1">
              <a:off x="1968" y="918"/>
              <a:ext cx="1463" cy="66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9" name="Rectangle 65"/>
            <p:cNvSpPr>
              <a:spLocks noChangeArrowheads="1"/>
            </p:cNvSpPr>
            <p:nvPr/>
          </p:nvSpPr>
          <p:spPr bwMode="auto">
            <a:xfrm>
              <a:off x="3446" y="864"/>
              <a:ext cx="1162" cy="9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73"/>
          <p:cNvGrpSpPr>
            <a:grpSpLocks/>
          </p:cNvGrpSpPr>
          <p:nvPr/>
        </p:nvGrpSpPr>
        <p:grpSpPr bwMode="auto">
          <a:xfrm>
            <a:off x="2760663" y="1530350"/>
            <a:ext cx="2665412" cy="5145088"/>
            <a:chOff x="1739" y="964"/>
            <a:chExt cx="1679" cy="3241"/>
          </a:xfrm>
        </p:grpSpPr>
        <p:sp>
          <p:nvSpPr>
            <p:cNvPr id="21525" name="Oval 67"/>
            <p:cNvSpPr>
              <a:spLocks noChangeArrowheads="1"/>
            </p:cNvSpPr>
            <p:nvPr/>
          </p:nvSpPr>
          <p:spPr bwMode="auto">
            <a:xfrm>
              <a:off x="1739" y="209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26" name="Line 68"/>
            <p:cNvSpPr>
              <a:spLocks noChangeShapeType="1"/>
            </p:cNvSpPr>
            <p:nvPr/>
          </p:nvSpPr>
          <p:spPr bwMode="auto">
            <a:xfrm>
              <a:off x="1835" y="2162"/>
              <a:ext cx="1481" cy="5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7" name="Rectangle 69"/>
            <p:cNvSpPr>
              <a:spLocks noChangeArrowheads="1"/>
            </p:cNvSpPr>
            <p:nvPr/>
          </p:nvSpPr>
          <p:spPr bwMode="auto">
            <a:xfrm>
              <a:off x="3310" y="964"/>
              <a:ext cx="108" cy="3241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43435" name="Object 75"/>
          <p:cNvGraphicFramePr>
            <a:graphicFrameLocks noChangeAspect="1"/>
          </p:cNvGraphicFramePr>
          <p:nvPr/>
        </p:nvGraphicFramePr>
        <p:xfrm>
          <a:off x="823913" y="4386263"/>
          <a:ext cx="1506538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080" imgH="228600" progId="">
                  <p:embed/>
                </p:oleObj>
              </mc:Choice>
              <mc:Fallback>
                <p:oleObj name="Equation" r:id="rId6" imgW="1054080" imgH="228600" progId="">
                  <p:embed/>
                  <p:pic>
                    <p:nvPicPr>
                      <p:cNvPr id="143435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386263"/>
                        <a:ext cx="1506538" cy="3286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6" name="Object 76"/>
          <p:cNvGraphicFramePr>
            <a:graphicFrameLocks noChangeAspect="1"/>
          </p:cNvGraphicFramePr>
          <p:nvPr/>
        </p:nvGraphicFramePr>
        <p:xfrm>
          <a:off x="823913" y="4884738"/>
          <a:ext cx="19399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58900" imgH="228600" progId="">
                  <p:embed/>
                </p:oleObj>
              </mc:Choice>
              <mc:Fallback>
                <p:oleObj name="Equation" r:id="rId8" imgW="1358900" imgH="228600" progId="">
                  <p:embed/>
                  <p:pic>
                    <p:nvPicPr>
                      <p:cNvPr id="143436" name="Object 7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884738"/>
                        <a:ext cx="1939925" cy="330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7" name="AutoShape 77"/>
          <p:cNvSpPr>
            <a:spLocks noChangeArrowheads="1"/>
          </p:cNvSpPr>
          <p:nvPr/>
        </p:nvSpPr>
        <p:spPr bwMode="auto">
          <a:xfrm>
            <a:off x="4635500" y="27876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8" name="Rectangle 78"/>
          <p:cNvSpPr>
            <a:spLocks noChangeArrowheads="1"/>
          </p:cNvSpPr>
          <p:nvPr/>
        </p:nvSpPr>
        <p:spPr bwMode="auto">
          <a:xfrm>
            <a:off x="6591300" y="28384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9" name="AutoShape 79"/>
          <p:cNvSpPr>
            <a:spLocks noChangeArrowheads="1"/>
          </p:cNvSpPr>
          <p:nvPr/>
        </p:nvSpPr>
        <p:spPr bwMode="auto">
          <a:xfrm rot="5400000" flipV="1">
            <a:off x="6457950" y="21145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40" name="Rectangle 80"/>
          <p:cNvSpPr>
            <a:spLocks noChangeArrowheads="1"/>
          </p:cNvSpPr>
          <p:nvPr/>
        </p:nvSpPr>
        <p:spPr bwMode="auto">
          <a:xfrm>
            <a:off x="6581775" y="137795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2BBF69-1A08-4462-9DC2-528202869134}" type="slidenum">
              <a:rPr lang="pt-BR"/>
              <a:pPr>
                <a:defRPr/>
              </a:pPr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29683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7" grpId="0" animBg="1"/>
      <p:bldP spid="143438" grpId="0" animBg="1"/>
      <p:bldP spid="143439" grpId="0" animBg="1"/>
      <p:bldP spid="14344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 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de Snedecor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)</a:t>
            </a:r>
            <a:endParaRPr lang="pt-BR">
              <a:latin typeface="Times New Roman" pitchFamily="18" charset="0"/>
            </a:endParaRPr>
          </a:p>
        </p:txBody>
      </p:sp>
      <p:graphicFrame>
        <p:nvGraphicFramePr>
          <p:cNvPr id="150532" name="Object 4"/>
          <p:cNvGraphicFramePr>
            <a:graphicFrameLocks noChangeAspect="1"/>
          </p:cNvGraphicFramePr>
          <p:nvPr/>
        </p:nvGraphicFramePr>
        <p:xfrm>
          <a:off x="736600" y="3270643"/>
          <a:ext cx="134461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392" imgH="431613" progId="">
                  <p:embed/>
                </p:oleObj>
              </mc:Choice>
              <mc:Fallback>
                <p:oleObj name="Equation" r:id="rId2" imgW="939392" imgH="431613" progId="">
                  <p:embed/>
                  <p:pic>
                    <p:nvPicPr>
                      <p:cNvPr id="15053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270643"/>
                        <a:ext cx="1344613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0533" name="Object 5"/>
          <p:cNvGraphicFramePr>
            <a:graphicFrameLocks noChangeAspect="1"/>
          </p:cNvGraphicFramePr>
          <p:nvPr/>
        </p:nvGraphicFramePr>
        <p:xfrm>
          <a:off x="736600" y="3824883"/>
          <a:ext cx="2616200" cy="655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28800" imgH="457200" progId="">
                  <p:embed/>
                </p:oleObj>
              </mc:Choice>
              <mc:Fallback>
                <p:oleObj name="Equation" r:id="rId4" imgW="1828800" imgH="457200" progId="">
                  <p:embed/>
                  <p:pic>
                    <p:nvPicPr>
                      <p:cNvPr id="15053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824883"/>
                        <a:ext cx="2616200" cy="655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3452813" y="3434155"/>
            <a:ext cx="1042987" cy="990600"/>
            <a:chOff x="2175" y="1920"/>
            <a:chExt cx="657" cy="624"/>
          </a:xfrm>
        </p:grpSpPr>
        <p:sp>
          <p:nvSpPr>
            <p:cNvPr id="10288" name="AutoShape 7"/>
            <p:cNvSpPr>
              <a:spLocks/>
            </p:cNvSpPr>
            <p:nvPr/>
          </p:nvSpPr>
          <p:spPr bwMode="auto">
            <a:xfrm>
              <a:off x="2175" y="1920"/>
              <a:ext cx="53" cy="624"/>
            </a:xfrm>
            <a:prstGeom prst="rightBrace">
              <a:avLst>
                <a:gd name="adj1" fmla="val 9811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8"/>
            <p:cNvGraphicFramePr>
              <a:graphicFrameLocks noChangeAspect="1"/>
            </p:cNvGraphicFramePr>
            <p:nvPr/>
          </p:nvGraphicFramePr>
          <p:xfrm>
            <a:off x="2271" y="2137"/>
            <a:ext cx="56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22030" imgH="241195" progId="">
                    <p:embed/>
                  </p:oleObj>
                </mc:Choice>
                <mc:Fallback>
                  <p:oleObj name="Equation" r:id="rId6" imgW="622030" imgH="241195" progId="">
                    <p:embed/>
                    <p:pic>
                      <p:nvPicPr>
                        <p:cNvPr id="1028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71" y="2137"/>
                          <a:ext cx="561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0537" name="Text Box 9"/>
          <p:cNvSpPr txBox="1">
            <a:spLocks noChangeArrowheads="1"/>
          </p:cNvSpPr>
          <p:nvPr/>
        </p:nvSpPr>
        <p:spPr bwMode="auto">
          <a:xfrm>
            <a:off x="4495800" y="3747095"/>
            <a:ext cx="4419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50538" name="Text Box 10"/>
          <p:cNvSpPr txBox="1">
            <a:spLocks noChangeArrowheads="1"/>
          </p:cNvSpPr>
          <p:nvPr/>
        </p:nvSpPr>
        <p:spPr bwMode="auto">
          <a:xfrm>
            <a:off x="685800" y="47742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50539" name="Object 11"/>
          <p:cNvGraphicFramePr>
            <a:graphicFrameLocks noChangeAspect="1"/>
          </p:cNvGraphicFramePr>
          <p:nvPr/>
        </p:nvGraphicFramePr>
        <p:xfrm>
          <a:off x="3582988" y="5153620"/>
          <a:ext cx="1217612" cy="62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431613" progId="">
                  <p:embed/>
                </p:oleObj>
              </mc:Choice>
              <mc:Fallback>
                <p:oleObj name="Equation" r:id="rId8" imgW="850531" imgH="431613" progId="">
                  <p:embed/>
                  <p:pic>
                    <p:nvPicPr>
                      <p:cNvPr id="15053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2988" y="5153620"/>
                        <a:ext cx="1217612" cy="622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688975" y="5256808"/>
            <a:ext cx="2854325" cy="374650"/>
            <a:chOff x="520" y="3008"/>
            <a:chExt cx="1798" cy="236"/>
          </a:xfrm>
        </p:grpSpPr>
        <p:sp>
          <p:nvSpPr>
            <p:cNvPr id="10283" name="Text Box 20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10284" name="Object 21"/>
            <p:cNvGraphicFramePr>
              <a:graphicFrameLocks noChangeAspect="1"/>
            </p:cNvGraphicFramePr>
            <p:nvPr/>
          </p:nvGraphicFramePr>
          <p:xfrm>
            <a:off x="898" y="3011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494870" imgH="253780" progId="">
                    <p:embed/>
                  </p:oleObj>
                </mc:Choice>
                <mc:Fallback>
                  <p:oleObj name="Equation" r:id="rId10" imgW="494870" imgH="253780" progId="">
                    <p:embed/>
                    <p:pic>
                      <p:nvPicPr>
                        <p:cNvPr id="10284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8" y="3011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285" name="Object 22"/>
            <p:cNvGraphicFramePr>
              <a:graphicFrameLocks noChangeAspect="1"/>
            </p:cNvGraphicFramePr>
            <p:nvPr/>
          </p:nvGraphicFramePr>
          <p:xfrm>
            <a:off x="1473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94870" imgH="253780" progId="">
                    <p:embed/>
                  </p:oleObj>
                </mc:Choice>
                <mc:Fallback>
                  <p:oleObj name="Equation" r:id="rId12" imgW="494870" imgH="253780" progId="">
                    <p:embed/>
                    <p:pic>
                      <p:nvPicPr>
                        <p:cNvPr id="10285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73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86" name="Text Box 23"/>
            <p:cNvSpPr txBox="1">
              <a:spLocks noChangeArrowheads="1"/>
            </p:cNvSpPr>
            <p:nvPr/>
          </p:nvSpPr>
          <p:spPr bwMode="auto">
            <a:xfrm>
              <a:off x="129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10287" name="Text Box 24"/>
            <p:cNvSpPr txBox="1">
              <a:spLocks noChangeArrowheads="1"/>
            </p:cNvSpPr>
            <p:nvPr/>
          </p:nvSpPr>
          <p:spPr bwMode="auto">
            <a:xfrm>
              <a:off x="187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6713541" y="2159695"/>
            <a:ext cx="2049463" cy="1557340"/>
            <a:chOff x="4128" y="960"/>
            <a:chExt cx="1291" cy="981"/>
          </a:xfrm>
        </p:grpSpPr>
        <p:sp>
          <p:nvSpPr>
            <p:cNvPr id="10279" name="Freeform 32"/>
            <p:cNvSpPr>
              <a:spLocks/>
            </p:cNvSpPr>
            <p:nvPr/>
          </p:nvSpPr>
          <p:spPr bwMode="auto">
            <a:xfrm>
              <a:off x="4218" y="960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0" name="Freeform 33"/>
            <p:cNvSpPr>
              <a:spLocks/>
            </p:cNvSpPr>
            <p:nvPr/>
          </p:nvSpPr>
          <p:spPr bwMode="auto">
            <a:xfrm>
              <a:off x="4214" y="1109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1" name="Text Box 34"/>
            <p:cNvSpPr txBox="1">
              <a:spLocks noChangeArrowheads="1"/>
            </p:cNvSpPr>
            <p:nvPr/>
          </p:nvSpPr>
          <p:spPr bwMode="auto">
            <a:xfrm>
              <a:off x="4128" y="171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0</a:t>
              </a:r>
            </a:p>
          </p:txBody>
        </p:sp>
        <p:sp>
          <p:nvSpPr>
            <p:cNvPr id="10282" name="Text Box 35"/>
            <p:cNvSpPr txBox="1">
              <a:spLocks noChangeArrowheads="1"/>
            </p:cNvSpPr>
            <p:nvPr/>
          </p:nvSpPr>
          <p:spPr bwMode="auto">
            <a:xfrm>
              <a:off x="5119" y="171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688975" y="5742583"/>
            <a:ext cx="3060700" cy="566737"/>
            <a:chOff x="520" y="3585"/>
            <a:chExt cx="1928" cy="357"/>
          </a:xfrm>
        </p:grpSpPr>
        <p:sp>
          <p:nvSpPr>
            <p:cNvPr id="10275" name="Text Box 26"/>
            <p:cNvSpPr txBox="1">
              <a:spLocks noChangeArrowheads="1"/>
            </p:cNvSpPr>
            <p:nvPr/>
          </p:nvSpPr>
          <p:spPr bwMode="auto">
            <a:xfrm>
              <a:off x="520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10276" name="Object 27"/>
            <p:cNvGraphicFramePr>
              <a:graphicFrameLocks noChangeAspect="1"/>
            </p:cNvGraphicFramePr>
            <p:nvPr/>
          </p:nvGraphicFramePr>
          <p:xfrm>
            <a:off x="885" y="3661"/>
            <a:ext cx="562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22030" imgH="241195" progId="">
                    <p:embed/>
                  </p:oleObj>
                </mc:Choice>
                <mc:Fallback>
                  <p:oleObj name="Equation" r:id="rId14" imgW="622030" imgH="241195" progId="">
                    <p:embed/>
                    <p:pic>
                      <p:nvPicPr>
                        <p:cNvPr id="10276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5" y="3661"/>
                          <a:ext cx="562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1431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  <p:graphicFrame>
          <p:nvGraphicFramePr>
            <p:cNvPr id="10278" name="Object 40"/>
            <p:cNvGraphicFramePr>
              <a:graphicFrameLocks noChangeAspect="1"/>
            </p:cNvGraphicFramePr>
            <p:nvPr/>
          </p:nvGraphicFramePr>
          <p:xfrm>
            <a:off x="1863" y="3585"/>
            <a:ext cx="585" cy="3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47419" imgH="393529" progId="">
                    <p:embed/>
                  </p:oleObj>
                </mc:Choice>
                <mc:Fallback>
                  <p:oleObj name="Equation" r:id="rId15" imgW="647419" imgH="393529" progId="">
                    <p:embed/>
                    <p:pic>
                      <p:nvPicPr>
                        <p:cNvPr id="10278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63" y="3585"/>
                          <a:ext cx="585" cy="35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0569" name="Object 41"/>
          <p:cNvGraphicFramePr>
            <a:graphicFrameLocks noChangeAspect="1"/>
          </p:cNvGraphicFramePr>
          <p:nvPr/>
        </p:nvGraphicFramePr>
        <p:xfrm>
          <a:off x="3963988" y="5740995"/>
          <a:ext cx="2843212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981200" imgH="393700" progId="">
                  <p:embed/>
                </p:oleObj>
              </mc:Choice>
              <mc:Fallback>
                <p:oleObj name="Equation" r:id="rId17" imgW="1981200" imgH="393700" progId="">
                  <p:embed/>
                  <p:pic>
                    <p:nvPicPr>
                      <p:cNvPr id="15056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3988" y="5740995"/>
                        <a:ext cx="2843212" cy="5667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7251700" y="4529138"/>
            <a:ext cx="1266825" cy="969962"/>
            <a:chOff x="4568" y="2853"/>
            <a:chExt cx="798" cy="611"/>
          </a:xfrm>
        </p:grpSpPr>
        <p:grpSp>
          <p:nvGrpSpPr>
            <p:cNvPr id="10266" name="Group 66"/>
            <p:cNvGrpSpPr>
              <a:grpSpLocks/>
            </p:cNvGrpSpPr>
            <p:nvPr/>
          </p:nvGrpSpPr>
          <p:grpSpPr bwMode="auto">
            <a:xfrm>
              <a:off x="4568" y="2880"/>
              <a:ext cx="798" cy="584"/>
              <a:chOff x="4568" y="2880"/>
              <a:chExt cx="798" cy="584"/>
            </a:xfrm>
          </p:grpSpPr>
          <p:sp>
            <p:nvSpPr>
              <p:cNvPr id="10268" name="Freeform 55" descr="Diagonal para cima clara"/>
              <p:cNvSpPr>
                <a:spLocks/>
              </p:cNvSpPr>
              <p:nvPr/>
            </p:nvSpPr>
            <p:spPr bwMode="auto">
              <a:xfrm>
                <a:off x="4990" y="3161"/>
                <a:ext cx="194" cy="146"/>
              </a:xfrm>
              <a:custGeom>
                <a:avLst/>
                <a:gdLst>
                  <a:gd name="T0" fmla="*/ 0 w 194"/>
                  <a:gd name="T1" fmla="*/ 146 h 146"/>
                  <a:gd name="T2" fmla="*/ 0 w 194"/>
                  <a:gd name="T3" fmla="*/ 0 h 146"/>
                  <a:gd name="T4" fmla="*/ 26 w 194"/>
                  <a:gd name="T5" fmla="*/ 31 h 146"/>
                  <a:gd name="T6" fmla="*/ 50 w 194"/>
                  <a:gd name="T7" fmla="*/ 62 h 146"/>
                  <a:gd name="T8" fmla="*/ 74 w 194"/>
                  <a:gd name="T9" fmla="*/ 89 h 146"/>
                  <a:gd name="T10" fmla="*/ 98 w 194"/>
                  <a:gd name="T11" fmla="*/ 115 h 146"/>
                  <a:gd name="T12" fmla="*/ 122 w 194"/>
                  <a:gd name="T13" fmla="*/ 127 h 146"/>
                  <a:gd name="T14" fmla="*/ 151 w 194"/>
                  <a:gd name="T15" fmla="*/ 137 h 146"/>
                  <a:gd name="T16" fmla="*/ 168 w 194"/>
                  <a:gd name="T17" fmla="*/ 141 h 146"/>
                  <a:gd name="T18" fmla="*/ 194 w 194"/>
                  <a:gd name="T19" fmla="*/ 141 h 146"/>
                  <a:gd name="T20" fmla="*/ 0 w 194"/>
                  <a:gd name="T21" fmla="*/ 146 h 14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94"/>
                  <a:gd name="T34" fmla="*/ 0 h 146"/>
                  <a:gd name="T35" fmla="*/ 194 w 194"/>
                  <a:gd name="T36" fmla="*/ 146 h 14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94" h="146">
                    <a:moveTo>
                      <a:pt x="0" y="146"/>
                    </a:moveTo>
                    <a:lnTo>
                      <a:pt x="0" y="0"/>
                    </a:lnTo>
                    <a:lnTo>
                      <a:pt x="26" y="31"/>
                    </a:lnTo>
                    <a:lnTo>
                      <a:pt x="50" y="62"/>
                    </a:lnTo>
                    <a:lnTo>
                      <a:pt x="74" y="89"/>
                    </a:lnTo>
                    <a:lnTo>
                      <a:pt x="98" y="115"/>
                    </a:lnTo>
                    <a:lnTo>
                      <a:pt x="122" y="127"/>
                    </a:lnTo>
                    <a:lnTo>
                      <a:pt x="151" y="137"/>
                    </a:lnTo>
                    <a:lnTo>
                      <a:pt x="168" y="141"/>
                    </a:lnTo>
                    <a:lnTo>
                      <a:pt x="194" y="141"/>
                    </a:lnTo>
                    <a:lnTo>
                      <a:pt x="0" y="146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9" name="Group 49"/>
              <p:cNvGrpSpPr>
                <a:grpSpLocks/>
              </p:cNvGrpSpPr>
              <p:nvPr/>
            </p:nvGrpSpPr>
            <p:grpSpPr bwMode="auto">
              <a:xfrm>
                <a:off x="4568" y="2880"/>
                <a:ext cx="798" cy="584"/>
                <a:chOff x="4568" y="2880"/>
                <a:chExt cx="798" cy="584"/>
              </a:xfrm>
            </p:grpSpPr>
            <p:sp>
              <p:nvSpPr>
                <p:cNvPr id="10271" name="Freeform 45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2" name="Freeform 46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3" name="Text Box 47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74" name="Text Box 48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70" name="Object 59"/>
              <p:cNvGraphicFramePr>
                <a:graphicFrameLocks noChangeAspect="1"/>
              </p:cNvGraphicFramePr>
              <p:nvPr/>
            </p:nvGraphicFramePr>
            <p:xfrm>
              <a:off x="4945" y="3314"/>
              <a:ext cx="89" cy="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64957" imgH="152268" progId="">
                      <p:embed/>
                    </p:oleObj>
                  </mc:Choice>
                  <mc:Fallback>
                    <p:oleObj name="Equation" r:id="rId19" imgW="164957" imgH="152268" progId="">
                      <p:embed/>
                      <p:pic>
                        <p:nvPicPr>
                          <p:cNvPr id="10270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45" y="3314"/>
                            <a:ext cx="89" cy="8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67" name="Object 62"/>
            <p:cNvGraphicFramePr>
              <a:graphicFrameLocks noChangeAspect="1"/>
            </p:cNvGraphicFramePr>
            <p:nvPr/>
          </p:nvGraphicFramePr>
          <p:xfrm>
            <a:off x="4896" y="2853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342751" imgH="241195" progId="">
                    <p:embed/>
                  </p:oleObj>
                </mc:Choice>
                <mc:Fallback>
                  <p:oleObj name="Equation" r:id="rId21" imgW="342751" imgH="241195" progId="">
                    <p:embed/>
                    <p:pic>
                      <p:nvPicPr>
                        <p:cNvPr id="10267" name="Object 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2853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69"/>
          <p:cNvGrpSpPr>
            <a:grpSpLocks/>
          </p:cNvGrpSpPr>
          <p:nvPr/>
        </p:nvGrpSpPr>
        <p:grpSpPr bwMode="auto">
          <a:xfrm>
            <a:off x="7239000" y="5715000"/>
            <a:ext cx="1266825" cy="1023938"/>
            <a:chOff x="4560" y="3600"/>
            <a:chExt cx="798" cy="645"/>
          </a:xfrm>
        </p:grpSpPr>
        <p:grpSp>
          <p:nvGrpSpPr>
            <p:cNvPr id="10257" name="Group 68"/>
            <p:cNvGrpSpPr>
              <a:grpSpLocks/>
            </p:cNvGrpSpPr>
            <p:nvPr/>
          </p:nvGrpSpPr>
          <p:grpSpPr bwMode="auto">
            <a:xfrm>
              <a:off x="4560" y="3600"/>
              <a:ext cx="798" cy="645"/>
              <a:chOff x="4560" y="3600"/>
              <a:chExt cx="798" cy="645"/>
            </a:xfrm>
          </p:grpSpPr>
          <p:sp>
            <p:nvSpPr>
              <p:cNvPr id="10259" name="Freeform 57" descr="Diagonal para cima clara"/>
              <p:cNvSpPr>
                <a:spLocks/>
              </p:cNvSpPr>
              <p:nvPr/>
            </p:nvSpPr>
            <p:spPr bwMode="auto">
              <a:xfrm>
                <a:off x="4642" y="3744"/>
                <a:ext cx="96" cy="281"/>
              </a:xfrm>
              <a:custGeom>
                <a:avLst/>
                <a:gdLst>
                  <a:gd name="T0" fmla="*/ 0 w 96"/>
                  <a:gd name="T1" fmla="*/ 281 h 281"/>
                  <a:gd name="T2" fmla="*/ 14 w 96"/>
                  <a:gd name="T3" fmla="*/ 252 h 281"/>
                  <a:gd name="T4" fmla="*/ 24 w 96"/>
                  <a:gd name="T5" fmla="*/ 214 h 281"/>
                  <a:gd name="T6" fmla="*/ 33 w 96"/>
                  <a:gd name="T7" fmla="*/ 175 h 281"/>
                  <a:gd name="T8" fmla="*/ 48 w 96"/>
                  <a:gd name="T9" fmla="*/ 125 h 281"/>
                  <a:gd name="T10" fmla="*/ 57 w 96"/>
                  <a:gd name="T11" fmla="*/ 89 h 281"/>
                  <a:gd name="T12" fmla="*/ 74 w 96"/>
                  <a:gd name="T13" fmla="*/ 46 h 281"/>
                  <a:gd name="T14" fmla="*/ 96 w 96"/>
                  <a:gd name="T15" fmla="*/ 0 h 281"/>
                  <a:gd name="T16" fmla="*/ 96 w 96"/>
                  <a:gd name="T17" fmla="*/ 281 h 281"/>
                  <a:gd name="T18" fmla="*/ 0 w 96"/>
                  <a:gd name="T19" fmla="*/ 281 h 281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6"/>
                  <a:gd name="T31" fmla="*/ 0 h 281"/>
                  <a:gd name="T32" fmla="*/ 96 w 96"/>
                  <a:gd name="T33" fmla="*/ 281 h 281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6" h="281">
                    <a:moveTo>
                      <a:pt x="0" y="281"/>
                    </a:moveTo>
                    <a:lnTo>
                      <a:pt x="14" y="252"/>
                    </a:lnTo>
                    <a:lnTo>
                      <a:pt x="24" y="214"/>
                    </a:lnTo>
                    <a:lnTo>
                      <a:pt x="33" y="175"/>
                    </a:lnTo>
                    <a:lnTo>
                      <a:pt x="48" y="125"/>
                    </a:lnTo>
                    <a:lnTo>
                      <a:pt x="57" y="89"/>
                    </a:lnTo>
                    <a:lnTo>
                      <a:pt x="74" y="46"/>
                    </a:lnTo>
                    <a:lnTo>
                      <a:pt x="96" y="0"/>
                    </a:lnTo>
                    <a:lnTo>
                      <a:pt x="96" y="281"/>
                    </a:lnTo>
                    <a:lnTo>
                      <a:pt x="0" y="281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0" name="Group 50"/>
              <p:cNvGrpSpPr>
                <a:grpSpLocks/>
              </p:cNvGrpSpPr>
              <p:nvPr/>
            </p:nvGrpSpPr>
            <p:grpSpPr bwMode="auto">
              <a:xfrm>
                <a:off x="4560" y="3600"/>
                <a:ext cx="798" cy="584"/>
                <a:chOff x="4568" y="2880"/>
                <a:chExt cx="798" cy="584"/>
              </a:xfrm>
            </p:grpSpPr>
            <p:sp>
              <p:nvSpPr>
                <p:cNvPr id="10262" name="Freeform 51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3" name="Freeform 52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4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65" name="Text Box 54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61" name="Object 58"/>
              <p:cNvGraphicFramePr>
                <a:graphicFrameLocks noChangeAspect="1"/>
              </p:cNvGraphicFramePr>
              <p:nvPr/>
            </p:nvGraphicFramePr>
            <p:xfrm>
              <a:off x="4685" y="4032"/>
              <a:ext cx="104" cy="2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190417" imgH="393529" progId="">
                      <p:embed/>
                    </p:oleObj>
                  </mc:Choice>
                  <mc:Fallback>
                    <p:oleObj name="Equation" r:id="rId23" imgW="190417" imgH="393529" progId="">
                      <p:embed/>
                      <p:pic>
                        <p:nvPicPr>
                          <p:cNvPr id="10261" name="Object 5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85" y="4032"/>
                            <a:ext cx="104" cy="2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58" name="Object 63"/>
            <p:cNvGraphicFramePr>
              <a:graphicFrameLocks noChangeAspect="1"/>
            </p:cNvGraphicFramePr>
            <p:nvPr/>
          </p:nvGraphicFramePr>
          <p:xfrm>
            <a:off x="4896" y="3600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342751" imgH="241195" progId="">
                    <p:embed/>
                  </p:oleObj>
                </mc:Choice>
                <mc:Fallback>
                  <p:oleObj name="Equation" r:id="rId25" imgW="342751" imgH="241195" progId="">
                    <p:embed/>
                    <p:pic>
                      <p:nvPicPr>
                        <p:cNvPr id="10258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3600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20ED5E9-AED2-4CCF-92F2-8D0582A0B681}" type="slidenum">
              <a:rPr lang="pt-BR"/>
              <a:pPr>
                <a:defRPr/>
              </a:pPr>
              <a:t>70</a:t>
            </a:fld>
            <a:endParaRPr lang="pt-BR"/>
          </a:p>
        </p:txBody>
      </p:sp>
      <p:sp>
        <p:nvSpPr>
          <p:cNvPr id="53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F </a:t>
            </a:r>
            <a:r>
              <a:rPr lang="pt-BR" altLang="pt-BR" sz="1600" dirty="0">
                <a:latin typeface="Tahoma" panose="020B0604030504040204" pitchFamily="34" charset="0"/>
              </a:rPr>
              <a:t>se sua função densidade de probabilidade for dada por: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736600" y="2388294"/>
            <a:ext cx="5923632" cy="1085819"/>
            <a:chOff x="736600" y="2388294"/>
            <a:chExt cx="5923632" cy="1085819"/>
          </a:xfrm>
        </p:grpSpPr>
        <p:graphicFrame>
          <p:nvGraphicFramePr>
            <p:cNvPr id="150531" name="Object 3"/>
            <p:cNvGraphicFramePr>
              <a:graphicFrameLocks noChangeAspect="1"/>
            </p:cNvGraphicFramePr>
            <p:nvPr/>
          </p:nvGraphicFramePr>
          <p:xfrm>
            <a:off x="736600" y="2388294"/>
            <a:ext cx="5792788" cy="733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4038600" imgH="508000" progId="">
                    <p:embed/>
                  </p:oleObj>
                </mc:Choice>
                <mc:Fallback>
                  <p:oleObj name="Equation" r:id="rId27" imgW="4038600" imgH="508000" progId="">
                    <p:embed/>
                    <p:pic>
                      <p:nvPicPr>
                        <p:cNvPr id="150531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6600" y="2388294"/>
                          <a:ext cx="5792788" cy="7334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Objeto 7"/>
            <p:cNvGraphicFramePr>
              <a:graphicFrameLocks noChangeAspect="1"/>
            </p:cNvGraphicFramePr>
            <p:nvPr/>
          </p:nvGraphicFramePr>
          <p:xfrm>
            <a:off x="5501308" y="2901950"/>
            <a:ext cx="1142308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914400" imgH="228600" progId="">
                    <p:embed/>
                  </p:oleObj>
                </mc:Choice>
                <mc:Fallback>
                  <p:oleObj name="Equation" r:id="rId29" imgW="914400" imgH="228600" progId="">
                    <p:embed/>
                    <p:pic>
                      <p:nvPicPr>
                        <p:cNvPr id="8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2901950"/>
                          <a:ext cx="1142308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" name="Objeto 51"/>
            <p:cNvGraphicFramePr>
              <a:graphicFrameLocks noChangeAspect="1"/>
            </p:cNvGraphicFramePr>
            <p:nvPr/>
          </p:nvGraphicFramePr>
          <p:xfrm>
            <a:off x="5501308" y="3186113"/>
            <a:ext cx="1158924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1" imgW="927000" imgH="228600" progId="">
                    <p:embed/>
                  </p:oleObj>
                </mc:Choice>
                <mc:Fallback>
                  <p:oleObj name="Equation" r:id="rId31" imgW="927000" imgH="228600" progId="">
                    <p:embed/>
                    <p:pic>
                      <p:nvPicPr>
                        <p:cNvPr id="52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3186113"/>
                          <a:ext cx="1158924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0189432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37" grpId="0" autoUpdateAnimBg="0"/>
      <p:bldP spid="150538" grpId="0" autoUpdateAnimBg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31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2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1268" name="Group 43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1293" name="Freeform 34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4" name="Freeform 3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5" name="Freeform 3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6" name="Text Box 3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7" name="Text Box 3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8" name="Text Box 42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1291" name="Object 45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129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92" name="Line 46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4"/>
          <p:cNvGrpSpPr>
            <a:grpSpLocks/>
          </p:cNvGrpSpPr>
          <p:nvPr/>
        </p:nvGrpSpPr>
        <p:grpSpPr bwMode="auto">
          <a:xfrm>
            <a:off x="1335088" y="2127250"/>
            <a:ext cx="7634287" cy="4125913"/>
            <a:chOff x="841" y="1340"/>
            <a:chExt cx="4809" cy="2599"/>
          </a:xfrm>
        </p:grpSpPr>
        <p:grpSp>
          <p:nvGrpSpPr>
            <p:cNvPr id="11287" name="Group 61"/>
            <p:cNvGrpSpPr>
              <a:grpSpLocks/>
            </p:cNvGrpSpPr>
            <p:nvPr/>
          </p:nvGrpSpPr>
          <p:grpSpPr bwMode="auto">
            <a:xfrm>
              <a:off x="841" y="2009"/>
              <a:ext cx="906" cy="413"/>
              <a:chOff x="841" y="2009"/>
              <a:chExt cx="906" cy="413"/>
            </a:xfrm>
          </p:grpSpPr>
          <p:sp>
            <p:nvSpPr>
              <p:cNvPr id="11289" name="Oval 50"/>
              <p:cNvSpPr>
                <a:spLocks noChangeArrowheads="1"/>
              </p:cNvSpPr>
              <p:nvPr/>
            </p:nvSpPr>
            <p:spPr bwMode="auto">
              <a:xfrm>
                <a:off x="841" y="2009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290" name="Line 51"/>
              <p:cNvSpPr>
                <a:spLocks noChangeShapeType="1"/>
              </p:cNvSpPr>
              <p:nvPr/>
            </p:nvSpPr>
            <p:spPr bwMode="auto">
              <a:xfrm>
                <a:off x="985" y="2120"/>
                <a:ext cx="762" cy="302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288" name="Rectangle 48"/>
            <p:cNvSpPr>
              <a:spLocks noChangeArrowheads="1"/>
            </p:cNvSpPr>
            <p:nvPr/>
          </p:nvSpPr>
          <p:spPr bwMode="auto">
            <a:xfrm>
              <a:off x="1742" y="1340"/>
              <a:ext cx="3908" cy="259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59"/>
          <p:cNvGrpSpPr>
            <a:grpSpLocks/>
          </p:cNvGrpSpPr>
          <p:nvPr/>
        </p:nvGrpSpPr>
        <p:grpSpPr bwMode="auto">
          <a:xfrm>
            <a:off x="811213" y="1939925"/>
            <a:ext cx="8164512" cy="1641475"/>
            <a:chOff x="511" y="1222"/>
            <a:chExt cx="5143" cy="1034"/>
          </a:xfrm>
        </p:grpSpPr>
        <p:sp>
          <p:nvSpPr>
            <p:cNvPr id="11284" name="Oval 53"/>
            <p:cNvSpPr>
              <a:spLocks noChangeArrowheads="1"/>
            </p:cNvSpPr>
            <p:nvPr/>
          </p:nvSpPr>
          <p:spPr bwMode="auto">
            <a:xfrm>
              <a:off x="511" y="211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Line 54"/>
            <p:cNvSpPr>
              <a:spLocks noChangeShapeType="1"/>
            </p:cNvSpPr>
            <p:nvPr/>
          </p:nvSpPr>
          <p:spPr bwMode="auto">
            <a:xfrm flipV="1">
              <a:off x="608" y="1270"/>
              <a:ext cx="1152" cy="921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Rectangle 56"/>
            <p:cNvSpPr>
              <a:spLocks noChangeArrowheads="1"/>
            </p:cNvSpPr>
            <p:nvPr/>
          </p:nvSpPr>
          <p:spPr bwMode="auto">
            <a:xfrm>
              <a:off x="1752" y="1222"/>
              <a:ext cx="3902" cy="117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60"/>
          <p:cNvGrpSpPr>
            <a:grpSpLocks/>
          </p:cNvGrpSpPr>
          <p:nvPr/>
        </p:nvGrpSpPr>
        <p:grpSpPr bwMode="auto">
          <a:xfrm>
            <a:off x="982663" y="2133600"/>
            <a:ext cx="1795462" cy="4087813"/>
            <a:chOff x="619" y="1344"/>
            <a:chExt cx="1131" cy="2575"/>
          </a:xfrm>
        </p:grpSpPr>
        <p:sp>
          <p:nvSpPr>
            <p:cNvPr id="11281" name="Rectangle 55"/>
            <p:cNvSpPr>
              <a:spLocks noChangeArrowheads="1"/>
            </p:cNvSpPr>
            <p:nvPr/>
          </p:nvSpPr>
          <p:spPr bwMode="auto">
            <a:xfrm>
              <a:off x="1632" y="1344"/>
              <a:ext cx="118" cy="2575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57"/>
            <p:cNvSpPr>
              <a:spLocks noChangeArrowheads="1"/>
            </p:cNvSpPr>
            <p:nvPr/>
          </p:nvSpPr>
          <p:spPr bwMode="auto">
            <a:xfrm>
              <a:off x="619" y="211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Line 58"/>
            <p:cNvSpPr>
              <a:spLocks noChangeShapeType="1"/>
            </p:cNvSpPr>
            <p:nvPr/>
          </p:nvSpPr>
          <p:spPr bwMode="auto">
            <a:xfrm>
              <a:off x="716" y="2194"/>
              <a:ext cx="906" cy="329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273" name="Text Box 65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1274" name="Text Box 66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2643" name="Object 67"/>
          <p:cNvGraphicFramePr>
            <a:graphicFrameLocks noChangeAspect="1"/>
          </p:cNvGraphicFramePr>
          <p:nvPr/>
        </p:nvGraphicFramePr>
        <p:xfrm>
          <a:off x="303213" y="4452938"/>
          <a:ext cx="1814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69449" imgH="241195" progId="">
                  <p:embed/>
                </p:oleObj>
              </mc:Choice>
              <mc:Fallback>
                <p:oleObj name="Equation" r:id="rId5" imgW="1269449" imgH="241195" progId="">
                  <p:embed/>
                  <p:pic>
                    <p:nvPicPr>
                      <p:cNvPr id="152643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4452938"/>
                        <a:ext cx="1814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2644" name="AutoShape 68"/>
          <p:cNvSpPr>
            <a:spLocks noChangeArrowheads="1"/>
          </p:cNvSpPr>
          <p:nvPr/>
        </p:nvSpPr>
        <p:spPr bwMode="auto">
          <a:xfrm>
            <a:off x="1990725" y="476250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5" name="Rectangle 69"/>
          <p:cNvSpPr>
            <a:spLocks noChangeArrowheads="1"/>
          </p:cNvSpPr>
          <p:nvPr/>
        </p:nvSpPr>
        <p:spPr bwMode="auto">
          <a:xfrm>
            <a:off x="6753225" y="48196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6" name="AutoShape 70"/>
          <p:cNvSpPr>
            <a:spLocks noChangeArrowheads="1"/>
          </p:cNvSpPr>
          <p:nvPr/>
        </p:nvSpPr>
        <p:spPr bwMode="auto">
          <a:xfrm rot="5400000" flipV="1">
            <a:off x="65976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2648" name="Object 72"/>
          <p:cNvGraphicFramePr>
            <a:graphicFrameLocks noChangeAspect="1"/>
          </p:cNvGraphicFramePr>
          <p:nvPr/>
        </p:nvGraphicFramePr>
        <p:xfrm>
          <a:off x="303213" y="5029200"/>
          <a:ext cx="212248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85900" imgH="241300" progId="">
                  <p:embed/>
                </p:oleObj>
              </mc:Choice>
              <mc:Fallback>
                <p:oleObj name="Equation" r:id="rId7" imgW="1485900" imgH="241300" progId="">
                  <p:embed/>
                  <p:pic>
                    <p:nvPicPr>
                      <p:cNvPr id="152648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5029200"/>
                        <a:ext cx="212248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DBBE1D-73DB-4015-92C1-02ED367A6DB3}" type="slidenum">
              <a:rPr lang="pt-BR"/>
              <a:pPr>
                <a:defRPr/>
              </a:pPr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26725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644" grpId="0" animBg="1"/>
      <p:bldP spid="152645" grpId="0" animBg="1"/>
      <p:bldP spid="15264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2292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2304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6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7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08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2309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2293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2302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2302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03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94" name="Text Box 27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2295" name="Text Box 28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9773" name="Object 29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5977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9774" name="AutoShape 30"/>
          <p:cNvSpPr>
            <a:spLocks noChangeArrowheads="1"/>
          </p:cNvSpPr>
          <p:nvPr/>
        </p:nvSpPr>
        <p:spPr bwMode="auto">
          <a:xfrm>
            <a:off x="1990725" y="546258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5" name="Rectangle 31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6" name="AutoShape 32"/>
          <p:cNvSpPr>
            <a:spLocks noChangeArrowheads="1"/>
          </p:cNvSpPr>
          <p:nvPr/>
        </p:nvSpPr>
        <p:spPr bwMode="auto">
          <a:xfrm rot="5400000" flipV="1">
            <a:off x="39560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9778" name="Object 34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231366" imgH="241195" progId="">
                  <p:embed/>
                </p:oleObj>
              </mc:Choice>
              <mc:Fallback>
                <p:oleObj name="Equation" r:id="rId7" imgW="1231366" imgH="241195" progId="">
                  <p:embed/>
                  <p:pic>
                    <p:nvPicPr>
                      <p:cNvPr id="159778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BCBF7-E221-4748-B773-5B4122207BEF}" type="slidenum">
              <a:rPr lang="pt-BR"/>
              <a:pPr>
                <a:defRPr/>
              </a:pPr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9967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774" grpId="0" animBg="1"/>
      <p:bldP spid="159775" grpId="0" animBg="1"/>
      <p:bldP spid="15977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3329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3334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3317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3327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3327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3319" name="Text Box 15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3320" name="Object 16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33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18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2" name="Object 20"/>
          <p:cNvGraphicFramePr>
            <a:graphicFrameLocks noChangeAspect="1"/>
          </p:cNvGraphicFramePr>
          <p:nvPr/>
        </p:nvGraphicFramePr>
        <p:xfrm>
          <a:off x="330200" y="5291138"/>
          <a:ext cx="20320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22400" imgH="241300" progId="">
                  <p:embed/>
                </p:oleObj>
              </mc:Choice>
              <mc:Fallback>
                <p:oleObj name="Equation" r:id="rId7" imgW="1422400" imgH="241300" progId="">
                  <p:embed/>
                  <p:pic>
                    <p:nvPicPr>
                      <p:cNvPr id="1332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291138"/>
                        <a:ext cx="2032000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3" name="Object 21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31366" imgH="241195" progId="">
                  <p:embed/>
                </p:oleObj>
              </mc:Choice>
              <mc:Fallback>
                <p:oleObj name="Equation" r:id="rId9" imgW="1231366" imgH="241195" progId="">
                  <p:embed/>
                  <p:pic>
                    <p:nvPicPr>
                      <p:cNvPr id="13323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0" name="Object 22"/>
          <p:cNvGraphicFramePr>
            <a:graphicFrameLocks noChangeAspect="1"/>
          </p:cNvGraphicFramePr>
          <p:nvPr/>
        </p:nvGraphicFramePr>
        <p:xfrm>
          <a:off x="330200" y="5588000"/>
          <a:ext cx="2068513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800" imgH="419100" progId="">
                  <p:embed/>
                </p:oleObj>
              </mc:Choice>
              <mc:Fallback>
                <p:oleObj name="Equation" r:id="rId11" imgW="1447800" imgH="419100" progId="">
                  <p:embed/>
                  <p:pic>
                    <p:nvPicPr>
                      <p:cNvPr id="16079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588000"/>
                        <a:ext cx="2068513" cy="603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1" name="Object 23"/>
          <p:cNvGraphicFramePr>
            <a:graphicFrameLocks noChangeAspect="1"/>
          </p:cNvGraphicFramePr>
          <p:nvPr/>
        </p:nvGraphicFramePr>
        <p:xfrm>
          <a:off x="330200" y="6223000"/>
          <a:ext cx="21780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524000" imgH="241300" progId="">
                  <p:embed/>
                </p:oleObj>
              </mc:Choice>
              <mc:Fallback>
                <p:oleObj name="Equation" r:id="rId13" imgW="1524000" imgH="241300" progId="">
                  <p:embed/>
                  <p:pic>
                    <p:nvPicPr>
                      <p:cNvPr id="16079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6223000"/>
                        <a:ext cx="2178050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AC926EA-43A7-4AE9-82A6-55282371C626}" type="slidenum">
              <a:rPr lang="pt-BR"/>
              <a:pPr>
                <a:defRPr/>
              </a:pPr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94864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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Exponencial</a:t>
            </a:r>
            <a:endParaRPr lang="pt-BR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62213" y="3980455"/>
            <a:ext cx="5710187" cy="800825"/>
            <a:chOff x="2462213" y="3753120"/>
            <a:chExt cx="5710187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𝐸𝑥𝑝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()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3851920" y="3972920"/>
              <a:ext cx="432048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exponencial com parâmetro 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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275275"/>
            <a:ext cx="13394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74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Exponencial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)=</m:t>
                      </m:r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−</m:t>
                          </m:r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l="-1071" b="-12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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Agrupar 30">
            <a:extLst>
              <a:ext uri="{FF2B5EF4-FFF2-40B4-BE49-F238E27FC236}">
                <a16:creationId xmlns:a16="http://schemas.microsoft.com/office/drawing/2014/main" id="{55DEBB90-9FEC-714C-01D0-B77B7388646E}"/>
              </a:ext>
            </a:extLst>
          </p:cNvPr>
          <p:cNvGrpSpPr/>
          <p:nvPr/>
        </p:nvGrpSpPr>
        <p:grpSpPr>
          <a:xfrm>
            <a:off x="3923928" y="2199478"/>
            <a:ext cx="2855767" cy="1805586"/>
            <a:chOff x="5218575" y="1911446"/>
            <a:chExt cx="2855767" cy="1805586"/>
          </a:xfrm>
        </p:grpSpPr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5868144" y="1911446"/>
              <a:ext cx="2206198" cy="1805586"/>
              <a:chOff x="6691179" y="1894453"/>
              <a:chExt cx="2206198" cy="1805586"/>
            </a:xfrm>
          </p:grpSpPr>
          <p:pic>
            <p:nvPicPr>
              <p:cNvPr id="21" name="Imagem 20">
                <a:extLst>
                  <a:ext uri="{FF2B5EF4-FFF2-40B4-BE49-F238E27FC236}">
                    <a16:creationId xmlns:a16="http://schemas.microsoft.com/office/drawing/2014/main" id="{EC7E8A80-EDBF-2AB6-E6EA-AF396B394B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51826" y="1894453"/>
                <a:ext cx="2068596" cy="1558800"/>
              </a:xfrm>
              <a:prstGeom prst="rect">
                <a:avLst/>
              </a:prstGeom>
            </p:spPr>
          </p:pic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blipFill>
                <a:blip r:embed="rId12"/>
                <a:stretch>
                  <a:fillRect l="-715" b="-122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2101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14235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ad>
                        <m:radPr>
                          <m:degHide m:val="on"/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Rayleigh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3182293" y="3817032"/>
            <a:ext cx="5854203" cy="800825"/>
            <a:chOff x="2462213" y="3753120"/>
            <a:chExt cx="5854203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𝑅𝑎𝑦𝑙𝑒𝑖𝑔h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50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355976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Rayleigh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08518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75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Rayleigh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b="-285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id="{409AAF1C-9964-3FAA-DB47-DF0F3130EA18}"/>
              </a:ext>
            </a:extLst>
          </p:cNvPr>
          <p:cNvGrpSpPr/>
          <p:nvPr/>
        </p:nvGrpSpPr>
        <p:grpSpPr>
          <a:xfrm>
            <a:off x="4499992" y="1988840"/>
            <a:ext cx="2283803" cy="1817643"/>
            <a:chOff x="4573497" y="1899389"/>
            <a:chExt cx="2283803" cy="1817643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BC5CCD49-3DBD-BAF1-C540-68CDD015F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1694" y="1899389"/>
              <a:ext cx="208613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573497" y="3380482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415454"/>
                <a:ext cx="6218947" cy="5934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a) Se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</m:t>
                    </m:r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415454"/>
                <a:ext cx="6218947" cy="593432"/>
              </a:xfrm>
              <a:prstGeom prst="rect">
                <a:avLst/>
              </a:prstGeom>
              <a:blipFill>
                <a:blip r:embed="rId12"/>
                <a:stretch>
                  <a:fillRect l="-58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b) 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blipFill>
                <a:blip r:embed="rId13"/>
                <a:stretch>
                  <a:fillRect l="-89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955843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2" grpId="0"/>
      <p:bldP spid="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Gamma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83768" y="3817032"/>
            <a:ext cx="5976664" cy="800825"/>
            <a:chOff x="2462213" y="3753120"/>
            <a:chExt cx="5976664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100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478437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Gamma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parâmetros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 e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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96265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Gamma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𝑥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𝛼</m:t>
                              </m:r>
                            </m:sup>
                          </m:sSup>
                        </m:num>
                        <m:den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(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𝛼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blipFill>
                <a:blip r:embed="rId5"/>
                <a:stretch>
                  <a:fillRect b="-415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Agrupar 18">
            <a:extLst>
              <a:ext uri="{FF2B5EF4-FFF2-40B4-BE49-F238E27FC236}">
                <a16:creationId xmlns:a16="http://schemas.microsoft.com/office/drawing/2014/main" id="{20085460-7201-A4D6-52CD-598819EFF0DA}"/>
              </a:ext>
            </a:extLst>
          </p:cNvPr>
          <p:cNvGrpSpPr/>
          <p:nvPr/>
        </p:nvGrpSpPr>
        <p:grpSpPr>
          <a:xfrm>
            <a:off x="4499992" y="1988840"/>
            <a:ext cx="2351593" cy="1817643"/>
            <a:chOff x="4499992" y="1988840"/>
            <a:chExt cx="2351593" cy="1817643"/>
          </a:xfrm>
        </p:grpSpPr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BFBF4F0D-CF89-E3D8-5B1D-50FE15CC9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558189" y="1988840"/>
              <a:ext cx="208170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499992" y="3469933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   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blipFill>
                  <a:blip r:embed="rId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1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3   </m:t>
                        </m:r>
                        <m:r>
                          <m:rPr>
                            <m:sty m:val="p"/>
                          </m:rPr>
                          <a:rPr lang="el-G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=0,7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=9   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blipFill>
                  <a:blip r:embed="rId11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2A01ED0-2B14-AECE-5342-616A1F8B0F03}"/>
              </a:ext>
            </a:extLst>
          </p:cNvPr>
          <p:cNvGrpSpPr/>
          <p:nvPr/>
        </p:nvGrpSpPr>
        <p:grpSpPr>
          <a:xfrm>
            <a:off x="840175" y="5190392"/>
            <a:ext cx="5757352" cy="784638"/>
            <a:chOff x="840175" y="5190392"/>
            <a:chExt cx="5757352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a)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𝐸𝑥𝑝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altLang="pt-B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979" t="-5357" b="-21429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/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3DCA7434-5390-5541-6A8C-B25927A50FF3}"/>
              </a:ext>
            </a:extLst>
          </p:cNvPr>
          <p:cNvGrpSpPr/>
          <p:nvPr/>
        </p:nvGrpSpPr>
        <p:grpSpPr>
          <a:xfrm>
            <a:off x="840175" y="5805264"/>
            <a:ext cx="6278331" cy="784638"/>
            <a:chOff x="840175" y="5805264"/>
            <a:chExt cx="6278331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b)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𝑅𝑎𝑦𝑙𝑒𝑖𝑔h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𝛼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blipFill>
                  <a:blip r:embed="rId14"/>
                  <a:stretch>
                    <a:fillRect l="-860" t="-5455" b="-23636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/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d>
                          <m:d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blipFill>
                  <a:blip r:embed="rId15"/>
                  <a:stretch>
                    <a:fillRect r="-95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243801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C4988-1CFB-85F0-8983-994B0DE1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>
            <a:extLst>
              <a:ext uri="{FF2B5EF4-FFF2-40B4-BE49-F238E27FC236}">
                <a16:creationId xmlns:a16="http://schemas.microsoft.com/office/drawing/2014/main" id="{39B30500-0693-B60D-A538-0C348B7E3B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Multivariadas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0382A9-779E-FE3B-0560-E91276FA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Considere que </a:t>
                </a:r>
                <a14:m>
                  <m:oMath xmlns:m="http://schemas.openxmlformats.org/officeDocument/2006/math">
                    <m:r>
                      <a:rPr lang="pt-BR" altLang="pt-BR" sz="16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um vetor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 relacionadas, ou seja, </a:t>
                </a:r>
                <a14:m>
                  <m:oMath xmlns:m="http://schemas.openxmlformats.org/officeDocument/2006/math">
                    <m:r>
                      <a:rPr lang="pt-BR" altLang="pt-BR" sz="16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altLang="pt-BR" sz="1600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obtenção da distribuição de probabilidade multivariada (ou conjunta) depende do conhecimento da natureza da relação entre cada uma das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Alguns exemplos podem ser citados como as distribuições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Wishard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Multinomial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Poisson Multivariada e outras mais específicas usadas em aplicações de radar (Par de intensidades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Multi-look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por exemplo). Há também outras mais complexas baseadas em teoria de Cópula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Mas a mais conhecida e utilizada é a Distribuição Normal Multivariada, cuja FDP é dada por:</a:t>
                </a:r>
              </a:p>
            </p:txBody>
          </p:sp>
        </mc:Choice>
        <mc:Fallback xmlns="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blipFill>
                <a:blip r:embed="rId2"/>
                <a:stretch>
                  <a:fillRect l="-392" t="-706" b="-211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o 5">
            <a:extLst>
              <a:ext uri="{FF2B5EF4-FFF2-40B4-BE49-F238E27FC236}">
                <a16:creationId xmlns:a16="http://schemas.microsoft.com/office/drawing/2014/main" id="{68F38237-6BA3-F2F9-B821-EE90F4EE4E12}"/>
              </a:ext>
            </a:extLst>
          </p:cNvPr>
          <p:cNvGrpSpPr>
            <a:grpSpLocks/>
          </p:cNvGrpSpPr>
          <p:nvPr/>
        </p:nvGrpSpPr>
        <p:grpSpPr bwMode="auto">
          <a:xfrm>
            <a:off x="711299" y="4005064"/>
            <a:ext cx="4392218" cy="744538"/>
            <a:chOff x="373262" y="2414439"/>
            <a:chExt cx="2965237" cy="744538"/>
          </a:xfrm>
        </p:grpSpPr>
        <p:sp>
          <p:nvSpPr>
            <p:cNvPr id="21" name="Text Box 12">
              <a:extLst>
                <a:ext uri="{FF2B5EF4-FFF2-40B4-BE49-F238E27FC236}">
                  <a16:creationId xmlns:a16="http://schemas.microsoft.com/office/drawing/2014/main" id="{C4965024-2A73-6608-820A-6E9D3A9A8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82377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-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</a:t>
              </a:r>
              <a:r>
                <a:rPr lang="pt-BR" altLang="pt-BR" sz="1600" i="1" dirty="0">
                  <a:latin typeface="Times New Roman" pitchFamily="18" charset="0"/>
                </a:rPr>
                <a:t> x</a:t>
              </a:r>
              <a:r>
                <a:rPr lang="pt-BR" altLang="pt-BR" sz="1600" i="1" baseline="-25000" dirty="0">
                  <a:latin typeface="Times New Roman" pitchFamily="18" charset="0"/>
                </a:rPr>
                <a:t>i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 +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/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BR" sz="150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p>
                                </m:s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l-G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𝜮</m:t>
                                    </m:r>
                                  </m:e>
                                </m:d>
                              </m:e>
                            </m:rad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 </m:t>
                            </m:r>
                          </m:den>
                        </m:f>
                        <m:sSup>
                          <m:sSup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sz="15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15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5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o vetor de médias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blipFill>
                <a:blip r:embed="rId4"/>
                <a:stretch>
                  <a:fillRect t="-3279" b="-131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a matriz de variância/covariância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altLang="pt-B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altLang="pt-BR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alt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blipFill>
                <a:blip r:embed="rId5"/>
                <a:stretch>
                  <a:fillRect t="-133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Agrupar 48">
            <a:extLst>
              <a:ext uri="{FF2B5EF4-FFF2-40B4-BE49-F238E27FC236}">
                <a16:creationId xmlns:a16="http://schemas.microsoft.com/office/drawing/2014/main" id="{1D6337B5-EE0D-7556-84E9-A13B25E1AA01}"/>
              </a:ext>
            </a:extLst>
          </p:cNvPr>
          <p:cNvGrpSpPr/>
          <p:nvPr/>
        </p:nvGrpSpPr>
        <p:grpSpPr>
          <a:xfrm>
            <a:off x="4644008" y="3861048"/>
            <a:ext cx="4287458" cy="3005612"/>
            <a:chOff x="4644008" y="3861048"/>
            <a:chExt cx="4287458" cy="3005612"/>
          </a:xfrm>
        </p:grpSpPr>
        <p:pic>
          <p:nvPicPr>
            <p:cNvPr id="42" name="Imagem 41">
              <a:extLst>
                <a:ext uri="{FF2B5EF4-FFF2-40B4-BE49-F238E27FC236}">
                  <a16:creationId xmlns:a16="http://schemas.microsoft.com/office/drawing/2014/main" id="{EC89E697-DB92-7E01-2C6B-CD000CB1C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184" t="13713" r="17055" b="9680"/>
            <a:stretch/>
          </p:blipFill>
          <p:spPr>
            <a:xfrm>
              <a:off x="5508104" y="4049688"/>
              <a:ext cx="3312368" cy="2736304"/>
            </a:xfrm>
            <a:prstGeom prst="rect">
              <a:avLst/>
            </a:prstGeom>
          </p:spPr>
        </p:pic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ED7C6170-3E3A-E035-58ED-1F09E5FFF05C}"/>
                </a:ext>
              </a:extLst>
            </p:cNvPr>
            <p:cNvSpPr txBox="1"/>
            <p:nvPr/>
          </p:nvSpPr>
          <p:spPr>
            <a:xfrm>
              <a:off x="4644008" y="6635828"/>
              <a:ext cx="428745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solidFill>
                    <a:schemeClr val="bg1">
                      <a:lumMod val="65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http://www.leg.ufpr.br/~paulojus/estbas/slides/407_modelos_multivariados.pdf</a:t>
              </a:r>
            </a:p>
          </p:txBody>
        </p:sp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9CCCC1C-69C4-7526-81F4-BA1A5575FFB2}"/>
                </a:ext>
              </a:extLst>
            </p:cNvPr>
            <p:cNvSpPr txBox="1"/>
            <p:nvPr/>
          </p:nvSpPr>
          <p:spPr>
            <a:xfrm>
              <a:off x="5972995" y="3861048"/>
              <a:ext cx="2952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</a:rPr>
                <a:t>Distribuição Normal Bivariada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561260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5839</TotalTime>
  <Words>5552</Words>
  <Application>Microsoft Office PowerPoint</Application>
  <PresentationFormat>Apresentação na tela (4:3)</PresentationFormat>
  <Paragraphs>817</Paragraphs>
  <Slides>77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77</vt:i4>
      </vt:variant>
    </vt:vector>
  </HeadingPairs>
  <TitlesOfParts>
    <vt:vector size="87" baseType="lpstr">
      <vt:lpstr>Arial</vt:lpstr>
      <vt:lpstr>Arial Unicode MS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Distribuições de Probabilidade</vt:lpstr>
      <vt:lpstr>Distribuições de Probabilidade</vt:lpstr>
      <vt:lpstr>Distribuições de Probabilidade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Binomial</vt:lpstr>
      <vt:lpstr>Distribuição Binomial</vt:lpstr>
      <vt:lpstr>Distribuição Binomial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Binomial</vt:lpstr>
      <vt:lpstr>Distribuição Binomial</vt:lpstr>
      <vt:lpstr>Distribuição Binomial</vt:lpstr>
      <vt:lpstr>Distribuição Binomial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Binomial Negativa (Pascal)</vt:lpstr>
      <vt:lpstr>Distribuição Binomial Negativa (Pascal)</vt:lpstr>
      <vt:lpstr>Distribuição Binomial Negativa (Pascal)</vt:lpstr>
      <vt:lpstr>Distribuição Binomial Negativa (Pascal)</vt:lpstr>
      <vt:lpstr>Distribuição Binomial Negativa</vt:lpstr>
      <vt:lpstr>Distribuição Hipergeométrica</vt:lpstr>
      <vt:lpstr>Distribuição Hipergeométrica</vt:lpstr>
      <vt:lpstr>Distribuição Hipergeométrica</vt:lpstr>
      <vt:lpstr>Distribuição Hipergeométrica</vt:lpstr>
      <vt:lpstr>Distribuição de Poisson</vt:lpstr>
      <vt:lpstr>Distribuição de Poisson</vt:lpstr>
      <vt:lpstr>Distribuição de Poisson</vt:lpstr>
      <vt:lpstr>Resumo Distribuições Discretas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Normal ou Gaussiana</vt:lpstr>
      <vt:lpstr>Distribuição Normal ou Gaussiana</vt:lpstr>
      <vt:lpstr>Distribuição Normal Padrão</vt:lpstr>
      <vt:lpstr>Distribuição Normal Padrão (Exemplos)</vt:lpstr>
      <vt:lpstr>Distribuição Normal Padrão (Exemplos)</vt:lpstr>
      <vt:lpstr>Distribuição Normal Padrão (Exemplos)</vt:lpstr>
      <vt:lpstr>Distribuição Normal (Exemplos)</vt:lpstr>
      <vt:lpstr>Distribuição da Soma de Variáveis Aleatórias</vt:lpstr>
      <vt:lpstr>Distribuição da Soma de Variáveis Aleatórias</vt:lpstr>
      <vt:lpstr>Teorema do Limite Central</vt:lpstr>
      <vt:lpstr>Aproximação da Binomial à Normal </vt:lpstr>
      <vt:lpstr>Aproximação da Binomial à Normal </vt:lpstr>
      <vt:lpstr>Aproximação da Binomial à Normal </vt:lpstr>
      <vt:lpstr>Distribuição Normal ou Gaussiana</vt:lpstr>
      <vt:lpstr>Distribuição 2</vt:lpstr>
      <vt:lpstr>Distribuição 2</vt:lpstr>
      <vt:lpstr>Distribuição 2</vt:lpstr>
      <vt:lpstr>Distribuição t de Student</vt:lpstr>
      <vt:lpstr>Distribuição t de Student</vt:lpstr>
      <vt:lpstr>Distribuição F (de Snedecor)</vt:lpstr>
      <vt:lpstr>Distribuição F</vt:lpstr>
      <vt:lpstr>Distribuição F</vt:lpstr>
      <vt:lpstr>Distribuição F</vt:lpstr>
      <vt:lpstr>Distribuição Exponencial</vt:lpstr>
      <vt:lpstr>Distribuição Rayleigh</vt:lpstr>
      <vt:lpstr>Distribuição Gamma</vt:lpstr>
      <vt:lpstr>Distribuições Multivariadas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Distribuição de Probabilidade</dc:title>
  <dc:creator>Camilo Daleles Rennó, DPI/INPE</dc:creator>
  <cp:lastModifiedBy>Camilo Daleles Rennó</cp:lastModifiedBy>
  <cp:revision>413</cp:revision>
  <dcterms:created xsi:type="dcterms:W3CDTF">2003-03-18T00:57:51Z</dcterms:created>
  <dcterms:modified xsi:type="dcterms:W3CDTF">2025-06-16T23:51:01Z</dcterms:modified>
</cp:coreProperties>
</file>